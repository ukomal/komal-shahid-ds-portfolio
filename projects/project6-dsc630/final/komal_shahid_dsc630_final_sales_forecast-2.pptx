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7"/>
  </p:notesMasterIdLst>
  <p:sldIdLst>
    <p:sldId id="256"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A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20B093-C299-1F84-EDD7-9EA0B670D798}" v="76" dt="2024-08-11T03:32:43.902"/>
    <p1510:client id="{C8C21C9F-60AF-2924-6BA5-102E7B17A01B}" v="276" dt="2024-08-11T05:40:02.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C6B55A-5C6F-4F93-B207-0E6123F0BBF9}"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26EE564-E1E3-460F-A284-60BA8D7EAD71}">
      <dgm:prSet/>
      <dgm:spPr/>
      <dgm:t>
        <a:bodyPr/>
        <a:lstStyle/>
        <a:p>
          <a:pPr>
            <a:lnSpc>
              <a:spcPct val="100000"/>
            </a:lnSpc>
          </a:pPr>
          <a:r>
            <a:rPr lang="en-US" b="1" dirty="0">
              <a:solidFill>
                <a:schemeClr val="tx1"/>
              </a:solidFill>
              <a:latin typeface="Bahnschrift"/>
            </a:rPr>
            <a:t>Objective:</a:t>
          </a:r>
        </a:p>
      </dgm:t>
    </dgm:pt>
    <dgm:pt modelId="{9155489B-8280-4688-9220-762DE374E72E}" type="parTrans" cxnId="{CEEA6A1A-BD03-408F-899F-56AFB8CC76F5}">
      <dgm:prSet/>
      <dgm:spPr/>
      <dgm:t>
        <a:bodyPr/>
        <a:lstStyle/>
        <a:p>
          <a:endParaRPr lang="en-US"/>
        </a:p>
      </dgm:t>
    </dgm:pt>
    <dgm:pt modelId="{670F75C9-120E-4B47-9558-B881850A08FA}" type="sibTrans" cxnId="{CEEA6A1A-BD03-408F-899F-56AFB8CC76F5}">
      <dgm:prSet/>
      <dgm:spPr/>
      <dgm:t>
        <a:bodyPr/>
        <a:lstStyle/>
        <a:p>
          <a:endParaRPr lang="en-US"/>
        </a:p>
      </dgm:t>
    </dgm:pt>
    <dgm:pt modelId="{933424AC-0B08-4CC4-BA8B-638194B3B18E}">
      <dgm:prSet/>
      <dgm:spPr/>
      <dgm:t>
        <a:bodyPr/>
        <a:lstStyle/>
        <a:p>
          <a:pPr>
            <a:lnSpc>
              <a:spcPct val="100000"/>
            </a:lnSpc>
          </a:pPr>
          <a:r>
            <a:rPr lang="en-US" b="0" dirty="0">
              <a:solidFill>
                <a:schemeClr val="tx1"/>
              </a:solidFill>
              <a:latin typeface="Bahnschrift"/>
            </a:rPr>
            <a:t>Develop a machine learning model to forecast future sales.</a:t>
          </a:r>
        </a:p>
      </dgm:t>
    </dgm:pt>
    <dgm:pt modelId="{FBD92782-19BC-4DEA-ACD9-A641E848D280}" type="parTrans" cxnId="{6BF9CC3F-0A09-4069-BFCC-F211C885D7EB}">
      <dgm:prSet/>
      <dgm:spPr/>
      <dgm:t>
        <a:bodyPr/>
        <a:lstStyle/>
        <a:p>
          <a:endParaRPr lang="en-US"/>
        </a:p>
      </dgm:t>
    </dgm:pt>
    <dgm:pt modelId="{7916D915-B08F-448B-ABA0-8A5C585B6F1A}" type="sibTrans" cxnId="{6BF9CC3F-0A09-4069-BFCC-F211C885D7EB}">
      <dgm:prSet/>
      <dgm:spPr/>
      <dgm:t>
        <a:bodyPr/>
        <a:lstStyle/>
        <a:p>
          <a:endParaRPr lang="en-US"/>
        </a:p>
      </dgm:t>
    </dgm:pt>
    <dgm:pt modelId="{02FC4A09-91EA-4049-A823-8A86FEE591DB}">
      <dgm:prSet/>
      <dgm:spPr/>
      <dgm:t>
        <a:bodyPr/>
        <a:lstStyle/>
        <a:p>
          <a:pPr>
            <a:lnSpc>
              <a:spcPct val="100000"/>
            </a:lnSpc>
          </a:pPr>
          <a:r>
            <a:rPr lang="en-US" b="0" dirty="0">
              <a:solidFill>
                <a:schemeClr val="tx1"/>
              </a:solidFill>
              <a:latin typeface="Bahnschrift"/>
            </a:rPr>
            <a:t>Create an animation to visualize the predicted sales trends.</a:t>
          </a:r>
        </a:p>
      </dgm:t>
    </dgm:pt>
    <dgm:pt modelId="{E7AC8421-2F70-4EF1-B998-E02D2761CBCC}" type="parTrans" cxnId="{9FED0649-6054-45CE-A532-740891916B34}">
      <dgm:prSet/>
      <dgm:spPr/>
      <dgm:t>
        <a:bodyPr/>
        <a:lstStyle/>
        <a:p>
          <a:endParaRPr lang="en-US"/>
        </a:p>
      </dgm:t>
    </dgm:pt>
    <dgm:pt modelId="{EDD73906-E4E6-4156-B742-B71295C6C068}" type="sibTrans" cxnId="{9FED0649-6054-45CE-A532-740891916B34}">
      <dgm:prSet/>
      <dgm:spPr/>
      <dgm:t>
        <a:bodyPr/>
        <a:lstStyle/>
        <a:p>
          <a:endParaRPr lang="en-US"/>
        </a:p>
      </dgm:t>
    </dgm:pt>
    <dgm:pt modelId="{CFC33758-D783-4320-A5F4-DCC5025CE5E1}">
      <dgm:prSet/>
      <dgm:spPr/>
      <dgm:t>
        <a:bodyPr/>
        <a:lstStyle/>
        <a:p>
          <a:pPr>
            <a:lnSpc>
              <a:spcPct val="100000"/>
            </a:lnSpc>
          </a:pPr>
          <a:r>
            <a:rPr lang="en-US" b="1" dirty="0">
              <a:solidFill>
                <a:schemeClr val="tx1"/>
              </a:solidFill>
              <a:latin typeface="Bahnschrift"/>
            </a:rPr>
            <a:t>Data Source: </a:t>
          </a:r>
          <a:r>
            <a:rPr lang="en-US" b="0" dirty="0">
              <a:solidFill>
                <a:schemeClr val="tx1"/>
              </a:solidFill>
              <a:latin typeface="Bahnschrift"/>
            </a:rPr>
            <a:t>Kaggle dataset containing dress attributes and sales information</a:t>
          </a:r>
          <a:r>
            <a:rPr lang="en-US" b="1" dirty="0">
              <a:solidFill>
                <a:schemeClr val="tx1"/>
              </a:solidFill>
              <a:latin typeface="Bahnschrift"/>
            </a:rPr>
            <a:t>.</a:t>
          </a:r>
        </a:p>
      </dgm:t>
    </dgm:pt>
    <dgm:pt modelId="{0532ADC1-44D6-45E9-B665-73E7D10C5B6C}" type="parTrans" cxnId="{1106D92A-35FB-4E80-84E1-E586393EC3F0}">
      <dgm:prSet/>
      <dgm:spPr/>
      <dgm:t>
        <a:bodyPr/>
        <a:lstStyle/>
        <a:p>
          <a:endParaRPr lang="en-US"/>
        </a:p>
      </dgm:t>
    </dgm:pt>
    <dgm:pt modelId="{0CC00DA3-92E9-4A40-BEC0-A7F9200DDA2C}" type="sibTrans" cxnId="{1106D92A-35FB-4E80-84E1-E586393EC3F0}">
      <dgm:prSet/>
      <dgm:spPr/>
      <dgm:t>
        <a:bodyPr/>
        <a:lstStyle/>
        <a:p>
          <a:endParaRPr lang="en-US"/>
        </a:p>
      </dgm:t>
    </dgm:pt>
    <dgm:pt modelId="{E0F59216-5C4A-4912-83AA-CFA4714830B0}">
      <dgm:prSet/>
      <dgm:spPr/>
      <dgm:t>
        <a:bodyPr/>
        <a:lstStyle/>
        <a:p>
          <a:pPr rtl="0">
            <a:lnSpc>
              <a:spcPct val="100000"/>
            </a:lnSpc>
          </a:pPr>
          <a:r>
            <a:rPr lang="en-US" b="1" dirty="0">
              <a:solidFill>
                <a:schemeClr val="tx1"/>
              </a:solidFill>
              <a:latin typeface="Bahnschrift"/>
            </a:rPr>
            <a:t>Software</a:t>
          </a:r>
          <a:r>
            <a:rPr lang="en-US" b="0" dirty="0">
              <a:solidFill>
                <a:schemeClr val="tx1"/>
              </a:solidFill>
              <a:latin typeface="Bahnschrift"/>
            </a:rPr>
            <a:t> Used: Python libraries like pandas, NumPy, scikit-learn, statsmodels and </a:t>
          </a:r>
          <a:r>
            <a:rPr lang="en-US" b="0" dirty="0" err="1">
              <a:solidFill>
                <a:schemeClr val="tx1"/>
              </a:solidFill>
              <a:latin typeface="Bahnschrift"/>
            </a:rPr>
            <a:t>Plotly</a:t>
          </a:r>
          <a:r>
            <a:rPr lang="en-US" b="0" dirty="0">
              <a:solidFill>
                <a:schemeClr val="tx1"/>
              </a:solidFill>
              <a:latin typeface="Bahnschrift"/>
            </a:rPr>
            <a:t>.</a:t>
          </a:r>
        </a:p>
      </dgm:t>
    </dgm:pt>
    <dgm:pt modelId="{4390AFBE-1D38-40C7-AE29-A4C714AD56C4}" type="parTrans" cxnId="{A4488DC4-A03B-4DA8-BA2D-297B5AD62375}">
      <dgm:prSet/>
      <dgm:spPr/>
      <dgm:t>
        <a:bodyPr/>
        <a:lstStyle/>
        <a:p>
          <a:endParaRPr lang="en-US"/>
        </a:p>
      </dgm:t>
    </dgm:pt>
    <dgm:pt modelId="{34C49635-3068-4187-82CE-87B79BF1C756}" type="sibTrans" cxnId="{A4488DC4-A03B-4DA8-BA2D-297B5AD62375}">
      <dgm:prSet/>
      <dgm:spPr/>
      <dgm:t>
        <a:bodyPr/>
        <a:lstStyle/>
        <a:p>
          <a:endParaRPr lang="en-US"/>
        </a:p>
      </dgm:t>
    </dgm:pt>
    <dgm:pt modelId="{5670383D-29B3-4AF1-A164-3B7B8A311FB5}">
      <dgm:prSet phldr="0"/>
      <dgm:spPr/>
      <dgm:t>
        <a:bodyPr/>
        <a:lstStyle/>
        <a:p>
          <a:pPr>
            <a:lnSpc>
              <a:spcPct val="100000"/>
            </a:lnSpc>
          </a:pPr>
          <a:r>
            <a:rPr lang="en-US" b="0" dirty="0">
              <a:solidFill>
                <a:schemeClr val="tx1"/>
              </a:solidFill>
              <a:latin typeface="Bahnschrift"/>
            </a:rPr>
            <a:t> Analyze historical dress sales data.</a:t>
          </a:r>
        </a:p>
      </dgm:t>
    </dgm:pt>
    <dgm:pt modelId="{152C1273-E760-49CB-A402-20D6958D4D23}" type="parTrans" cxnId="{6BA71719-8E9A-4E0A-AC40-1F36FF004D62}">
      <dgm:prSet/>
      <dgm:spPr/>
    </dgm:pt>
    <dgm:pt modelId="{9D5FD7BA-2CE7-48B7-8B52-B07EEC52F84E}" type="sibTrans" cxnId="{6BA71719-8E9A-4E0A-AC40-1F36FF004D62}">
      <dgm:prSet/>
      <dgm:spPr/>
      <dgm:t>
        <a:bodyPr/>
        <a:lstStyle/>
        <a:p>
          <a:endParaRPr lang="en-US"/>
        </a:p>
      </dgm:t>
    </dgm:pt>
    <dgm:pt modelId="{D5E66FF8-01AF-4E4F-ABC4-C4C2937786F1}" type="pres">
      <dgm:prSet presAssocID="{86C6B55A-5C6F-4F93-B207-0E6123F0BBF9}" presName="root" presStyleCnt="0">
        <dgm:presLayoutVars>
          <dgm:dir/>
          <dgm:resizeHandles val="exact"/>
        </dgm:presLayoutVars>
      </dgm:prSet>
      <dgm:spPr/>
    </dgm:pt>
    <dgm:pt modelId="{AE925F08-D383-467C-853D-D89BD74A7B78}" type="pres">
      <dgm:prSet presAssocID="{426EE564-E1E3-460F-A284-60BA8D7EAD71}" presName="compNode" presStyleCnt="0"/>
      <dgm:spPr/>
    </dgm:pt>
    <dgm:pt modelId="{8773D773-1540-4124-B74B-16A50ED8ECE4}" type="pres">
      <dgm:prSet presAssocID="{426EE564-E1E3-460F-A284-60BA8D7EAD71}" presName="bgRect" presStyleLbl="bgShp" presStyleIdx="0" presStyleCnt="6"/>
      <dgm:spPr/>
    </dgm:pt>
    <dgm:pt modelId="{18330C30-5734-4486-9CCC-BD18A227C091}" type="pres">
      <dgm:prSet presAssocID="{426EE564-E1E3-460F-A284-60BA8D7EAD7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09F792EC-F0E8-4111-94D2-E3179424367E}" type="pres">
      <dgm:prSet presAssocID="{426EE564-E1E3-460F-A284-60BA8D7EAD71}" presName="spaceRect" presStyleCnt="0"/>
      <dgm:spPr/>
    </dgm:pt>
    <dgm:pt modelId="{CA160A0A-54EC-49EB-82D0-970CB3430E45}" type="pres">
      <dgm:prSet presAssocID="{426EE564-E1E3-460F-A284-60BA8D7EAD71}" presName="parTx" presStyleLbl="revTx" presStyleIdx="0" presStyleCnt="6">
        <dgm:presLayoutVars>
          <dgm:chMax val="0"/>
          <dgm:chPref val="0"/>
        </dgm:presLayoutVars>
      </dgm:prSet>
      <dgm:spPr/>
    </dgm:pt>
    <dgm:pt modelId="{C47C8ECF-D808-4C82-8BAD-24A153A840F0}" type="pres">
      <dgm:prSet presAssocID="{670F75C9-120E-4B47-9558-B881850A08FA}" presName="sibTrans" presStyleCnt="0"/>
      <dgm:spPr/>
    </dgm:pt>
    <dgm:pt modelId="{B1A6B324-E530-4CB1-83BF-6D64B8CE9F4A}" type="pres">
      <dgm:prSet presAssocID="{5670383D-29B3-4AF1-A164-3B7B8A311FB5}" presName="compNode" presStyleCnt="0"/>
      <dgm:spPr/>
    </dgm:pt>
    <dgm:pt modelId="{B2DF2E94-B66A-4701-9F47-5604C1D34BB7}" type="pres">
      <dgm:prSet presAssocID="{5670383D-29B3-4AF1-A164-3B7B8A311FB5}" presName="bgRect" presStyleLbl="bgShp" presStyleIdx="1" presStyleCnt="6"/>
      <dgm:spPr/>
    </dgm:pt>
    <dgm:pt modelId="{A24FD20F-81F0-489B-998B-319FE5E24F04}" type="pres">
      <dgm:prSet presAssocID="{5670383D-29B3-4AF1-A164-3B7B8A311FB5}" presName="iconRect" presStyleLbl="node1" presStyleIdx="1" presStyleCnt="6"/>
      <dgm:spPr/>
    </dgm:pt>
    <dgm:pt modelId="{A8FD6882-8BBD-422A-A942-7C866BE7C171}" type="pres">
      <dgm:prSet presAssocID="{5670383D-29B3-4AF1-A164-3B7B8A311FB5}" presName="spaceRect" presStyleCnt="0"/>
      <dgm:spPr/>
    </dgm:pt>
    <dgm:pt modelId="{EEC8D010-545D-4AE4-B347-92B541EC271B}" type="pres">
      <dgm:prSet presAssocID="{5670383D-29B3-4AF1-A164-3B7B8A311FB5}" presName="parTx" presStyleLbl="revTx" presStyleIdx="1" presStyleCnt="6">
        <dgm:presLayoutVars>
          <dgm:chMax val="0"/>
          <dgm:chPref val="0"/>
        </dgm:presLayoutVars>
      </dgm:prSet>
      <dgm:spPr/>
    </dgm:pt>
    <dgm:pt modelId="{BA43095C-1C0C-40E3-B121-1D6F9A7F20A2}" type="pres">
      <dgm:prSet presAssocID="{9D5FD7BA-2CE7-48B7-8B52-B07EEC52F84E}" presName="sibTrans" presStyleCnt="0"/>
      <dgm:spPr/>
    </dgm:pt>
    <dgm:pt modelId="{5E1EE366-DD50-4A94-945E-6E0361A2D262}" type="pres">
      <dgm:prSet presAssocID="{933424AC-0B08-4CC4-BA8B-638194B3B18E}" presName="compNode" presStyleCnt="0"/>
      <dgm:spPr/>
    </dgm:pt>
    <dgm:pt modelId="{16D86B42-8697-49C8-996A-F579532A98B2}" type="pres">
      <dgm:prSet presAssocID="{933424AC-0B08-4CC4-BA8B-638194B3B18E}" presName="bgRect" presStyleLbl="bgShp" presStyleIdx="2" presStyleCnt="6"/>
      <dgm:spPr/>
    </dgm:pt>
    <dgm:pt modelId="{4E228DD6-9872-4AF0-813A-F6E6D6EFAE74}" type="pres">
      <dgm:prSet presAssocID="{933424AC-0B08-4CC4-BA8B-638194B3B18E}" presName="iconRect" presStyleLbl="node1" presStyleIdx="2" presStyleCnt="6"/>
      <dgm:spPr/>
    </dgm:pt>
    <dgm:pt modelId="{3C03DDF9-BD49-4343-9232-961C853B9715}" type="pres">
      <dgm:prSet presAssocID="{933424AC-0B08-4CC4-BA8B-638194B3B18E}" presName="spaceRect" presStyleCnt="0"/>
      <dgm:spPr/>
    </dgm:pt>
    <dgm:pt modelId="{47F10242-D6B0-4599-ABFC-34385099FBA8}" type="pres">
      <dgm:prSet presAssocID="{933424AC-0B08-4CC4-BA8B-638194B3B18E}" presName="parTx" presStyleLbl="revTx" presStyleIdx="2" presStyleCnt="6">
        <dgm:presLayoutVars>
          <dgm:chMax val="0"/>
          <dgm:chPref val="0"/>
        </dgm:presLayoutVars>
      </dgm:prSet>
      <dgm:spPr/>
    </dgm:pt>
    <dgm:pt modelId="{1DA88228-99F2-4D48-A977-65436C4F6B47}" type="pres">
      <dgm:prSet presAssocID="{7916D915-B08F-448B-ABA0-8A5C585B6F1A}" presName="sibTrans" presStyleCnt="0"/>
      <dgm:spPr/>
    </dgm:pt>
    <dgm:pt modelId="{B58FA7C1-64B9-43BC-99A3-4AFCB8EDA707}" type="pres">
      <dgm:prSet presAssocID="{02FC4A09-91EA-4049-A823-8A86FEE591DB}" presName="compNode" presStyleCnt="0"/>
      <dgm:spPr/>
    </dgm:pt>
    <dgm:pt modelId="{B79BC0EF-3955-4F68-8FC9-3D4BD2188046}" type="pres">
      <dgm:prSet presAssocID="{02FC4A09-91EA-4049-A823-8A86FEE591DB}" presName="bgRect" presStyleLbl="bgShp" presStyleIdx="3" presStyleCnt="6"/>
      <dgm:spPr/>
    </dgm:pt>
    <dgm:pt modelId="{5F1B3B06-A40F-4B4D-A3CF-39DB681985EB}" type="pres">
      <dgm:prSet presAssocID="{02FC4A09-91EA-4049-A823-8A86FEE591DB}" presName="iconRect" presStyleLbl="node1" presStyleIdx="3" presStyleCnt="6"/>
      <dgm:spPr/>
    </dgm:pt>
    <dgm:pt modelId="{D8DF40E0-BB04-45FA-ABB6-348389E99900}" type="pres">
      <dgm:prSet presAssocID="{02FC4A09-91EA-4049-A823-8A86FEE591DB}" presName="spaceRect" presStyleCnt="0"/>
      <dgm:spPr/>
    </dgm:pt>
    <dgm:pt modelId="{C8735E35-88E0-4210-8A59-F996FA440280}" type="pres">
      <dgm:prSet presAssocID="{02FC4A09-91EA-4049-A823-8A86FEE591DB}" presName="parTx" presStyleLbl="revTx" presStyleIdx="3" presStyleCnt="6">
        <dgm:presLayoutVars>
          <dgm:chMax val="0"/>
          <dgm:chPref val="0"/>
        </dgm:presLayoutVars>
      </dgm:prSet>
      <dgm:spPr/>
    </dgm:pt>
    <dgm:pt modelId="{C5FB8731-1FDF-4BE0-82F5-E6A5B49EC059}" type="pres">
      <dgm:prSet presAssocID="{EDD73906-E4E6-4156-B742-B71295C6C068}" presName="sibTrans" presStyleCnt="0"/>
      <dgm:spPr/>
    </dgm:pt>
    <dgm:pt modelId="{6C1EC2F7-1772-42FF-B9E6-7C02DBF46525}" type="pres">
      <dgm:prSet presAssocID="{CFC33758-D783-4320-A5F4-DCC5025CE5E1}" presName="compNode" presStyleCnt="0"/>
      <dgm:spPr/>
    </dgm:pt>
    <dgm:pt modelId="{D1AA4F0F-C0AC-4914-BBFB-E97A69F89D5B}" type="pres">
      <dgm:prSet presAssocID="{CFC33758-D783-4320-A5F4-DCC5025CE5E1}" presName="bgRect" presStyleLbl="bgShp" presStyleIdx="4" presStyleCnt="6"/>
      <dgm:spPr/>
    </dgm:pt>
    <dgm:pt modelId="{A9B5C828-2E9A-4990-A43C-15CDD6F24085}" type="pres">
      <dgm:prSet presAssocID="{CFC33758-D783-4320-A5F4-DCC5025CE5E1}" presName="iconRect" presStyleLbl="node1" presStyleIdx="4"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131434EC-7DC0-455C-A116-FD0B83DEA0AE}" type="pres">
      <dgm:prSet presAssocID="{CFC33758-D783-4320-A5F4-DCC5025CE5E1}" presName="spaceRect" presStyleCnt="0"/>
      <dgm:spPr/>
    </dgm:pt>
    <dgm:pt modelId="{8FFB5F82-AF4C-4B7A-A401-3FE9337F615C}" type="pres">
      <dgm:prSet presAssocID="{CFC33758-D783-4320-A5F4-DCC5025CE5E1}" presName="parTx" presStyleLbl="revTx" presStyleIdx="4" presStyleCnt="6">
        <dgm:presLayoutVars>
          <dgm:chMax val="0"/>
          <dgm:chPref val="0"/>
        </dgm:presLayoutVars>
      </dgm:prSet>
      <dgm:spPr/>
    </dgm:pt>
    <dgm:pt modelId="{810CB05E-87AB-4179-8458-8C00544B1DE6}" type="pres">
      <dgm:prSet presAssocID="{0CC00DA3-92E9-4A40-BEC0-A7F9200DDA2C}" presName="sibTrans" presStyleCnt="0"/>
      <dgm:spPr/>
    </dgm:pt>
    <dgm:pt modelId="{C8C40985-A4D5-437B-B2D8-42699EF3A947}" type="pres">
      <dgm:prSet presAssocID="{E0F59216-5C4A-4912-83AA-CFA4714830B0}" presName="compNode" presStyleCnt="0"/>
      <dgm:spPr/>
    </dgm:pt>
    <dgm:pt modelId="{AC968031-0E78-4EAB-A8B1-3AE734FCB137}" type="pres">
      <dgm:prSet presAssocID="{E0F59216-5C4A-4912-83AA-CFA4714830B0}" presName="bgRect" presStyleLbl="bgShp" presStyleIdx="5" presStyleCnt="6"/>
      <dgm:spPr/>
    </dgm:pt>
    <dgm:pt modelId="{5CAF28A7-28EA-4233-B6F2-F4FD05FFD656}" type="pres">
      <dgm:prSet presAssocID="{E0F59216-5C4A-4912-83AA-CFA4714830B0}" presName="iconRect" presStyleLbl="node1" presStyleIdx="5"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nda"/>
        </a:ext>
      </dgm:extLst>
    </dgm:pt>
    <dgm:pt modelId="{CEDAB0DA-1525-4731-B9A0-2F6AD16A6502}" type="pres">
      <dgm:prSet presAssocID="{E0F59216-5C4A-4912-83AA-CFA4714830B0}" presName="spaceRect" presStyleCnt="0"/>
      <dgm:spPr/>
    </dgm:pt>
    <dgm:pt modelId="{54A23CF2-542D-4E8C-A183-3D0C97DCA05A}" type="pres">
      <dgm:prSet presAssocID="{E0F59216-5C4A-4912-83AA-CFA4714830B0}" presName="parTx" presStyleLbl="revTx" presStyleIdx="5" presStyleCnt="6">
        <dgm:presLayoutVars>
          <dgm:chMax val="0"/>
          <dgm:chPref val="0"/>
        </dgm:presLayoutVars>
      </dgm:prSet>
      <dgm:spPr/>
    </dgm:pt>
  </dgm:ptLst>
  <dgm:cxnLst>
    <dgm:cxn modelId="{6BA71719-8E9A-4E0A-AC40-1F36FF004D62}" srcId="{86C6B55A-5C6F-4F93-B207-0E6123F0BBF9}" destId="{5670383D-29B3-4AF1-A164-3B7B8A311FB5}" srcOrd="1" destOrd="0" parTransId="{152C1273-E760-49CB-A402-20D6958D4D23}" sibTransId="{9D5FD7BA-2CE7-48B7-8B52-B07EEC52F84E}"/>
    <dgm:cxn modelId="{CEEA6A1A-BD03-408F-899F-56AFB8CC76F5}" srcId="{86C6B55A-5C6F-4F93-B207-0E6123F0BBF9}" destId="{426EE564-E1E3-460F-A284-60BA8D7EAD71}" srcOrd="0" destOrd="0" parTransId="{9155489B-8280-4688-9220-762DE374E72E}" sibTransId="{670F75C9-120E-4B47-9558-B881850A08FA}"/>
    <dgm:cxn modelId="{5F6A5923-0379-4287-B5C0-839BA146F3E1}" type="presOf" srcId="{5670383D-29B3-4AF1-A164-3B7B8A311FB5}" destId="{EEC8D010-545D-4AE4-B347-92B541EC271B}" srcOrd="0" destOrd="0" presId="urn:microsoft.com/office/officeart/2018/2/layout/IconVerticalSolidList"/>
    <dgm:cxn modelId="{9C195929-E188-4CF6-8193-25ABECCD9CD4}" type="presOf" srcId="{933424AC-0B08-4CC4-BA8B-638194B3B18E}" destId="{47F10242-D6B0-4599-ABFC-34385099FBA8}" srcOrd="0" destOrd="0" presId="urn:microsoft.com/office/officeart/2018/2/layout/IconVerticalSolidList"/>
    <dgm:cxn modelId="{1106D92A-35FB-4E80-84E1-E586393EC3F0}" srcId="{86C6B55A-5C6F-4F93-B207-0E6123F0BBF9}" destId="{CFC33758-D783-4320-A5F4-DCC5025CE5E1}" srcOrd="4" destOrd="0" parTransId="{0532ADC1-44D6-45E9-B665-73E7D10C5B6C}" sibTransId="{0CC00DA3-92E9-4A40-BEC0-A7F9200DDA2C}"/>
    <dgm:cxn modelId="{6BF9CC3F-0A09-4069-BFCC-F211C885D7EB}" srcId="{86C6B55A-5C6F-4F93-B207-0E6123F0BBF9}" destId="{933424AC-0B08-4CC4-BA8B-638194B3B18E}" srcOrd="2" destOrd="0" parTransId="{FBD92782-19BC-4DEA-ACD9-A641E848D280}" sibTransId="{7916D915-B08F-448B-ABA0-8A5C585B6F1A}"/>
    <dgm:cxn modelId="{9FED0649-6054-45CE-A532-740891916B34}" srcId="{86C6B55A-5C6F-4F93-B207-0E6123F0BBF9}" destId="{02FC4A09-91EA-4049-A823-8A86FEE591DB}" srcOrd="3" destOrd="0" parTransId="{E7AC8421-2F70-4EF1-B998-E02D2761CBCC}" sibTransId="{EDD73906-E4E6-4156-B742-B71295C6C068}"/>
    <dgm:cxn modelId="{FA336569-E995-44BC-91B9-5AA3AF3DD6A0}" type="presOf" srcId="{86C6B55A-5C6F-4F93-B207-0E6123F0BBF9}" destId="{D5E66FF8-01AF-4E4F-ABC4-C4C2937786F1}" srcOrd="0" destOrd="0" presId="urn:microsoft.com/office/officeart/2018/2/layout/IconVerticalSolidList"/>
    <dgm:cxn modelId="{F5ABC670-3D83-4E49-B39E-C33D3C49804C}" type="presOf" srcId="{02FC4A09-91EA-4049-A823-8A86FEE591DB}" destId="{C8735E35-88E0-4210-8A59-F996FA440280}" srcOrd="0" destOrd="0" presId="urn:microsoft.com/office/officeart/2018/2/layout/IconVerticalSolidList"/>
    <dgm:cxn modelId="{B1586D8D-06B0-488B-8ADB-B63F5E3CC115}" type="presOf" srcId="{CFC33758-D783-4320-A5F4-DCC5025CE5E1}" destId="{8FFB5F82-AF4C-4B7A-A401-3FE9337F615C}" srcOrd="0" destOrd="0" presId="urn:microsoft.com/office/officeart/2018/2/layout/IconVerticalSolidList"/>
    <dgm:cxn modelId="{D4AD26C2-EDAC-4738-B807-E6658E3FFF1F}" type="presOf" srcId="{426EE564-E1E3-460F-A284-60BA8D7EAD71}" destId="{CA160A0A-54EC-49EB-82D0-970CB3430E45}" srcOrd="0" destOrd="0" presId="urn:microsoft.com/office/officeart/2018/2/layout/IconVerticalSolidList"/>
    <dgm:cxn modelId="{A4488DC4-A03B-4DA8-BA2D-297B5AD62375}" srcId="{86C6B55A-5C6F-4F93-B207-0E6123F0BBF9}" destId="{E0F59216-5C4A-4912-83AA-CFA4714830B0}" srcOrd="5" destOrd="0" parTransId="{4390AFBE-1D38-40C7-AE29-A4C714AD56C4}" sibTransId="{34C49635-3068-4187-82CE-87B79BF1C756}"/>
    <dgm:cxn modelId="{0F1AFDD8-284E-46D1-A878-66F379957A2C}" type="presOf" srcId="{E0F59216-5C4A-4912-83AA-CFA4714830B0}" destId="{54A23CF2-542D-4E8C-A183-3D0C97DCA05A}" srcOrd="0" destOrd="0" presId="urn:microsoft.com/office/officeart/2018/2/layout/IconVerticalSolidList"/>
    <dgm:cxn modelId="{83273866-2006-4FBB-ADDC-8EDAF3EDD287}" type="presParOf" srcId="{D5E66FF8-01AF-4E4F-ABC4-C4C2937786F1}" destId="{AE925F08-D383-467C-853D-D89BD74A7B78}" srcOrd="0" destOrd="0" presId="urn:microsoft.com/office/officeart/2018/2/layout/IconVerticalSolidList"/>
    <dgm:cxn modelId="{1306F35E-6D87-4BCC-BD10-8BE105C95AC8}" type="presParOf" srcId="{AE925F08-D383-467C-853D-D89BD74A7B78}" destId="{8773D773-1540-4124-B74B-16A50ED8ECE4}" srcOrd="0" destOrd="0" presId="urn:microsoft.com/office/officeart/2018/2/layout/IconVerticalSolidList"/>
    <dgm:cxn modelId="{4C74B973-D920-4228-8F67-83B4D8558C33}" type="presParOf" srcId="{AE925F08-D383-467C-853D-D89BD74A7B78}" destId="{18330C30-5734-4486-9CCC-BD18A227C091}" srcOrd="1" destOrd="0" presId="urn:microsoft.com/office/officeart/2018/2/layout/IconVerticalSolidList"/>
    <dgm:cxn modelId="{7F06B8FB-8ED2-4D19-AC8E-ABCE84458FF7}" type="presParOf" srcId="{AE925F08-D383-467C-853D-D89BD74A7B78}" destId="{09F792EC-F0E8-4111-94D2-E3179424367E}" srcOrd="2" destOrd="0" presId="urn:microsoft.com/office/officeart/2018/2/layout/IconVerticalSolidList"/>
    <dgm:cxn modelId="{580C5223-97B7-4300-A4CE-CBA69CD4789C}" type="presParOf" srcId="{AE925F08-D383-467C-853D-D89BD74A7B78}" destId="{CA160A0A-54EC-49EB-82D0-970CB3430E45}" srcOrd="3" destOrd="0" presId="urn:microsoft.com/office/officeart/2018/2/layout/IconVerticalSolidList"/>
    <dgm:cxn modelId="{C4055F4A-163D-4AFC-8933-C17F22370A96}" type="presParOf" srcId="{D5E66FF8-01AF-4E4F-ABC4-C4C2937786F1}" destId="{C47C8ECF-D808-4C82-8BAD-24A153A840F0}" srcOrd="1" destOrd="0" presId="urn:microsoft.com/office/officeart/2018/2/layout/IconVerticalSolidList"/>
    <dgm:cxn modelId="{BBE90BCA-5ACE-4603-A1AA-A0E7397F63CB}" type="presParOf" srcId="{D5E66FF8-01AF-4E4F-ABC4-C4C2937786F1}" destId="{B1A6B324-E530-4CB1-83BF-6D64B8CE9F4A}" srcOrd="2" destOrd="0" presId="urn:microsoft.com/office/officeart/2018/2/layout/IconVerticalSolidList"/>
    <dgm:cxn modelId="{1DC4EEC4-8A48-45EB-B8FF-AC9EA295F2A0}" type="presParOf" srcId="{B1A6B324-E530-4CB1-83BF-6D64B8CE9F4A}" destId="{B2DF2E94-B66A-4701-9F47-5604C1D34BB7}" srcOrd="0" destOrd="0" presId="urn:microsoft.com/office/officeart/2018/2/layout/IconVerticalSolidList"/>
    <dgm:cxn modelId="{BE3AC4E1-09E0-4899-B8F9-C4350712FB53}" type="presParOf" srcId="{B1A6B324-E530-4CB1-83BF-6D64B8CE9F4A}" destId="{A24FD20F-81F0-489B-998B-319FE5E24F04}" srcOrd="1" destOrd="0" presId="urn:microsoft.com/office/officeart/2018/2/layout/IconVerticalSolidList"/>
    <dgm:cxn modelId="{679B0D80-EFD9-46EA-9AEC-AC48A2A3C3A1}" type="presParOf" srcId="{B1A6B324-E530-4CB1-83BF-6D64B8CE9F4A}" destId="{A8FD6882-8BBD-422A-A942-7C866BE7C171}" srcOrd="2" destOrd="0" presId="urn:microsoft.com/office/officeart/2018/2/layout/IconVerticalSolidList"/>
    <dgm:cxn modelId="{05E986E6-1BED-4235-BD75-93E459263B2F}" type="presParOf" srcId="{B1A6B324-E530-4CB1-83BF-6D64B8CE9F4A}" destId="{EEC8D010-545D-4AE4-B347-92B541EC271B}" srcOrd="3" destOrd="0" presId="urn:microsoft.com/office/officeart/2018/2/layout/IconVerticalSolidList"/>
    <dgm:cxn modelId="{76713599-9A51-456C-A663-208B44570B17}" type="presParOf" srcId="{D5E66FF8-01AF-4E4F-ABC4-C4C2937786F1}" destId="{BA43095C-1C0C-40E3-B121-1D6F9A7F20A2}" srcOrd="3" destOrd="0" presId="urn:microsoft.com/office/officeart/2018/2/layout/IconVerticalSolidList"/>
    <dgm:cxn modelId="{56F63896-5022-4A97-8FD0-0665BA0C183C}" type="presParOf" srcId="{D5E66FF8-01AF-4E4F-ABC4-C4C2937786F1}" destId="{5E1EE366-DD50-4A94-945E-6E0361A2D262}" srcOrd="4" destOrd="0" presId="urn:microsoft.com/office/officeart/2018/2/layout/IconVerticalSolidList"/>
    <dgm:cxn modelId="{1767CE6F-92F3-4D2F-86F8-F92BEC9E12FB}" type="presParOf" srcId="{5E1EE366-DD50-4A94-945E-6E0361A2D262}" destId="{16D86B42-8697-49C8-996A-F579532A98B2}" srcOrd="0" destOrd="0" presId="urn:microsoft.com/office/officeart/2018/2/layout/IconVerticalSolidList"/>
    <dgm:cxn modelId="{8C3D974F-A490-46BD-8F1A-E9A32E2E75CF}" type="presParOf" srcId="{5E1EE366-DD50-4A94-945E-6E0361A2D262}" destId="{4E228DD6-9872-4AF0-813A-F6E6D6EFAE74}" srcOrd="1" destOrd="0" presId="urn:microsoft.com/office/officeart/2018/2/layout/IconVerticalSolidList"/>
    <dgm:cxn modelId="{DEE662A9-B23E-4D73-8C4D-6C1E34F0E9D2}" type="presParOf" srcId="{5E1EE366-DD50-4A94-945E-6E0361A2D262}" destId="{3C03DDF9-BD49-4343-9232-961C853B9715}" srcOrd="2" destOrd="0" presId="urn:microsoft.com/office/officeart/2018/2/layout/IconVerticalSolidList"/>
    <dgm:cxn modelId="{DA01109F-809E-4B92-BD11-686FD97DCA73}" type="presParOf" srcId="{5E1EE366-DD50-4A94-945E-6E0361A2D262}" destId="{47F10242-D6B0-4599-ABFC-34385099FBA8}" srcOrd="3" destOrd="0" presId="urn:microsoft.com/office/officeart/2018/2/layout/IconVerticalSolidList"/>
    <dgm:cxn modelId="{CA1A188E-ED5D-4958-B0DF-38E07D391EDB}" type="presParOf" srcId="{D5E66FF8-01AF-4E4F-ABC4-C4C2937786F1}" destId="{1DA88228-99F2-4D48-A977-65436C4F6B47}" srcOrd="5" destOrd="0" presId="urn:microsoft.com/office/officeart/2018/2/layout/IconVerticalSolidList"/>
    <dgm:cxn modelId="{D05A43F8-E3C7-4C8A-B30D-4A8420F94CFA}" type="presParOf" srcId="{D5E66FF8-01AF-4E4F-ABC4-C4C2937786F1}" destId="{B58FA7C1-64B9-43BC-99A3-4AFCB8EDA707}" srcOrd="6" destOrd="0" presId="urn:microsoft.com/office/officeart/2018/2/layout/IconVerticalSolidList"/>
    <dgm:cxn modelId="{F97D9FB3-5228-4469-80AB-8C0EF5F9489E}" type="presParOf" srcId="{B58FA7C1-64B9-43BC-99A3-4AFCB8EDA707}" destId="{B79BC0EF-3955-4F68-8FC9-3D4BD2188046}" srcOrd="0" destOrd="0" presId="urn:microsoft.com/office/officeart/2018/2/layout/IconVerticalSolidList"/>
    <dgm:cxn modelId="{B0717470-33EA-4886-99E8-31151A59EB02}" type="presParOf" srcId="{B58FA7C1-64B9-43BC-99A3-4AFCB8EDA707}" destId="{5F1B3B06-A40F-4B4D-A3CF-39DB681985EB}" srcOrd="1" destOrd="0" presId="urn:microsoft.com/office/officeart/2018/2/layout/IconVerticalSolidList"/>
    <dgm:cxn modelId="{7BCF711E-BABB-410B-AB72-02F30E56E235}" type="presParOf" srcId="{B58FA7C1-64B9-43BC-99A3-4AFCB8EDA707}" destId="{D8DF40E0-BB04-45FA-ABB6-348389E99900}" srcOrd="2" destOrd="0" presId="urn:microsoft.com/office/officeart/2018/2/layout/IconVerticalSolidList"/>
    <dgm:cxn modelId="{D8A34FA8-D490-4CBB-A22A-C93641069372}" type="presParOf" srcId="{B58FA7C1-64B9-43BC-99A3-4AFCB8EDA707}" destId="{C8735E35-88E0-4210-8A59-F996FA440280}" srcOrd="3" destOrd="0" presId="urn:microsoft.com/office/officeart/2018/2/layout/IconVerticalSolidList"/>
    <dgm:cxn modelId="{486BD433-6291-4356-B0A2-75B31B26E65D}" type="presParOf" srcId="{D5E66FF8-01AF-4E4F-ABC4-C4C2937786F1}" destId="{C5FB8731-1FDF-4BE0-82F5-E6A5B49EC059}" srcOrd="7" destOrd="0" presId="urn:microsoft.com/office/officeart/2018/2/layout/IconVerticalSolidList"/>
    <dgm:cxn modelId="{11FE592D-1AB3-4492-BDBE-126D654C04FC}" type="presParOf" srcId="{D5E66FF8-01AF-4E4F-ABC4-C4C2937786F1}" destId="{6C1EC2F7-1772-42FF-B9E6-7C02DBF46525}" srcOrd="8" destOrd="0" presId="urn:microsoft.com/office/officeart/2018/2/layout/IconVerticalSolidList"/>
    <dgm:cxn modelId="{C3FA7DF4-F1B6-4A73-AE41-DD5E9374AE5A}" type="presParOf" srcId="{6C1EC2F7-1772-42FF-B9E6-7C02DBF46525}" destId="{D1AA4F0F-C0AC-4914-BBFB-E97A69F89D5B}" srcOrd="0" destOrd="0" presId="urn:microsoft.com/office/officeart/2018/2/layout/IconVerticalSolidList"/>
    <dgm:cxn modelId="{2077C81D-1A31-44BD-A80C-9B26836A5A99}" type="presParOf" srcId="{6C1EC2F7-1772-42FF-B9E6-7C02DBF46525}" destId="{A9B5C828-2E9A-4990-A43C-15CDD6F24085}" srcOrd="1" destOrd="0" presId="urn:microsoft.com/office/officeart/2018/2/layout/IconVerticalSolidList"/>
    <dgm:cxn modelId="{718C8934-804D-40CF-B69D-41C35C444C9E}" type="presParOf" srcId="{6C1EC2F7-1772-42FF-B9E6-7C02DBF46525}" destId="{131434EC-7DC0-455C-A116-FD0B83DEA0AE}" srcOrd="2" destOrd="0" presId="urn:microsoft.com/office/officeart/2018/2/layout/IconVerticalSolidList"/>
    <dgm:cxn modelId="{01D6E9A5-36DD-4323-BA58-54328BA42569}" type="presParOf" srcId="{6C1EC2F7-1772-42FF-B9E6-7C02DBF46525}" destId="{8FFB5F82-AF4C-4B7A-A401-3FE9337F615C}" srcOrd="3" destOrd="0" presId="urn:microsoft.com/office/officeart/2018/2/layout/IconVerticalSolidList"/>
    <dgm:cxn modelId="{FF08E047-11B9-4F10-803D-73C413605733}" type="presParOf" srcId="{D5E66FF8-01AF-4E4F-ABC4-C4C2937786F1}" destId="{810CB05E-87AB-4179-8458-8C00544B1DE6}" srcOrd="9" destOrd="0" presId="urn:microsoft.com/office/officeart/2018/2/layout/IconVerticalSolidList"/>
    <dgm:cxn modelId="{EA2A0DE4-86B2-4958-9574-2656AD624A59}" type="presParOf" srcId="{D5E66FF8-01AF-4E4F-ABC4-C4C2937786F1}" destId="{C8C40985-A4D5-437B-B2D8-42699EF3A947}" srcOrd="10" destOrd="0" presId="urn:microsoft.com/office/officeart/2018/2/layout/IconVerticalSolidList"/>
    <dgm:cxn modelId="{8BF2F487-AFE6-4CDA-AF46-33E5CBFC0653}" type="presParOf" srcId="{C8C40985-A4D5-437B-B2D8-42699EF3A947}" destId="{AC968031-0E78-4EAB-A8B1-3AE734FCB137}" srcOrd="0" destOrd="0" presId="urn:microsoft.com/office/officeart/2018/2/layout/IconVerticalSolidList"/>
    <dgm:cxn modelId="{1E9F4019-E869-4056-B8D9-EF543894BF7E}" type="presParOf" srcId="{C8C40985-A4D5-437B-B2D8-42699EF3A947}" destId="{5CAF28A7-28EA-4233-B6F2-F4FD05FFD656}" srcOrd="1" destOrd="0" presId="urn:microsoft.com/office/officeart/2018/2/layout/IconVerticalSolidList"/>
    <dgm:cxn modelId="{D18EAFAC-CC4F-4387-A266-91BBB285549D}" type="presParOf" srcId="{C8C40985-A4D5-437B-B2D8-42699EF3A947}" destId="{CEDAB0DA-1525-4731-B9A0-2F6AD16A6502}" srcOrd="2" destOrd="0" presId="urn:microsoft.com/office/officeart/2018/2/layout/IconVerticalSolidList"/>
    <dgm:cxn modelId="{5B205353-FB77-48B4-9FFA-82325AEDC331}" type="presParOf" srcId="{C8C40985-A4D5-437B-B2D8-42699EF3A947}" destId="{54A23CF2-542D-4E8C-A183-3D0C97DCA05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56AECB-15D4-4CB1-88F4-9659130EB96E}"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FC2677D0-CEF3-480A-BBA0-2812FE9921D8}">
      <dgm:prSet/>
      <dgm:spPr/>
      <dgm:t>
        <a:bodyPr/>
        <a:lstStyle/>
        <a:p>
          <a:r>
            <a:rPr lang="en-US" b="1" dirty="0">
              <a:latin typeface="The Serif Hand"/>
            </a:rPr>
            <a:t>Handled missing values using imputation techniques like mean/median filling.</a:t>
          </a:r>
        </a:p>
      </dgm:t>
    </dgm:pt>
    <dgm:pt modelId="{231773CF-D3F2-431E-B105-1823FE99DE53}" type="parTrans" cxnId="{465ED3D0-3C35-4BAC-9B54-1C5A7BC1E38C}">
      <dgm:prSet/>
      <dgm:spPr/>
      <dgm:t>
        <a:bodyPr/>
        <a:lstStyle/>
        <a:p>
          <a:endParaRPr lang="en-US"/>
        </a:p>
      </dgm:t>
    </dgm:pt>
    <dgm:pt modelId="{EC871EA8-25AE-40BF-930E-47C3D573E271}" type="sibTrans" cxnId="{465ED3D0-3C35-4BAC-9B54-1C5A7BC1E38C}">
      <dgm:prSet/>
      <dgm:spPr/>
      <dgm:t>
        <a:bodyPr/>
        <a:lstStyle/>
        <a:p>
          <a:endParaRPr lang="en-US"/>
        </a:p>
      </dgm:t>
    </dgm:pt>
    <dgm:pt modelId="{07117B10-3F61-4343-98AE-61D5936D51BF}">
      <dgm:prSet/>
      <dgm:spPr/>
      <dgm:t>
        <a:bodyPr/>
        <a:lstStyle/>
        <a:p>
          <a:r>
            <a:rPr lang="en-US" b="1" dirty="0">
              <a:latin typeface="The Serif Hand"/>
            </a:rPr>
            <a:t>Corrected spelling mistakes and inconsistencies in categorical data.</a:t>
          </a:r>
        </a:p>
      </dgm:t>
    </dgm:pt>
    <dgm:pt modelId="{77027602-69BE-45F6-9358-775821EC6EBB}" type="parTrans" cxnId="{25D5FF39-0DA9-4B49-80C3-4512DE1CCA5F}">
      <dgm:prSet/>
      <dgm:spPr/>
      <dgm:t>
        <a:bodyPr/>
        <a:lstStyle/>
        <a:p>
          <a:endParaRPr lang="en-US"/>
        </a:p>
      </dgm:t>
    </dgm:pt>
    <dgm:pt modelId="{12BE0B40-90A5-4BF7-89D8-6F0851A3FBFB}" type="sibTrans" cxnId="{25D5FF39-0DA9-4B49-80C3-4512DE1CCA5F}">
      <dgm:prSet/>
      <dgm:spPr/>
      <dgm:t>
        <a:bodyPr/>
        <a:lstStyle/>
        <a:p>
          <a:endParaRPr lang="en-US"/>
        </a:p>
      </dgm:t>
    </dgm:pt>
    <dgm:pt modelId="{5397A7B0-00C6-4DD8-9341-88F477C5B18A}">
      <dgm:prSet/>
      <dgm:spPr/>
      <dgm:t>
        <a:bodyPr/>
        <a:lstStyle/>
        <a:p>
          <a:r>
            <a:rPr lang="en-US" b="1" dirty="0">
              <a:latin typeface="The Serif Hand"/>
            </a:rPr>
            <a:t>Transformed categorical data using encoding techniques like one-hot encoding.</a:t>
          </a:r>
        </a:p>
      </dgm:t>
    </dgm:pt>
    <dgm:pt modelId="{90895121-58EF-46CB-82B4-1513636BA1B2}" type="parTrans" cxnId="{6619F230-A963-4404-8A33-366690E972AE}">
      <dgm:prSet/>
      <dgm:spPr/>
      <dgm:t>
        <a:bodyPr/>
        <a:lstStyle/>
        <a:p>
          <a:endParaRPr lang="en-US"/>
        </a:p>
      </dgm:t>
    </dgm:pt>
    <dgm:pt modelId="{361AA229-179E-4D36-A4A8-26EC05C105A8}" type="sibTrans" cxnId="{6619F230-A963-4404-8A33-366690E972AE}">
      <dgm:prSet/>
      <dgm:spPr/>
      <dgm:t>
        <a:bodyPr/>
        <a:lstStyle/>
        <a:p>
          <a:endParaRPr lang="en-US"/>
        </a:p>
      </dgm:t>
    </dgm:pt>
    <dgm:pt modelId="{D857E6A8-FE5D-4835-9C0F-BDF1CDBF20CD}">
      <dgm:prSet/>
      <dgm:spPr/>
      <dgm:t>
        <a:bodyPr/>
        <a:lstStyle/>
        <a:p>
          <a:r>
            <a:rPr lang="en-US" b="1" dirty="0">
              <a:latin typeface="The Serif Hand"/>
            </a:rPr>
            <a:t>Created additional features like lagged sales data and cyclic features for month.</a:t>
          </a:r>
        </a:p>
      </dgm:t>
    </dgm:pt>
    <dgm:pt modelId="{A1BDFF06-D88B-42CA-B6D9-DA7E10719D64}" type="parTrans" cxnId="{7017B0E8-060E-458B-A4B6-1FFC413E4591}">
      <dgm:prSet/>
      <dgm:spPr/>
      <dgm:t>
        <a:bodyPr/>
        <a:lstStyle/>
        <a:p>
          <a:endParaRPr lang="en-US"/>
        </a:p>
      </dgm:t>
    </dgm:pt>
    <dgm:pt modelId="{03AD7A1C-3F79-4743-8F31-9B91FC59D9DF}" type="sibTrans" cxnId="{7017B0E8-060E-458B-A4B6-1FFC413E4591}">
      <dgm:prSet/>
      <dgm:spPr/>
      <dgm:t>
        <a:bodyPr/>
        <a:lstStyle/>
        <a:p>
          <a:endParaRPr lang="en-US"/>
        </a:p>
      </dgm:t>
    </dgm:pt>
    <dgm:pt modelId="{08143462-980D-443D-9AA2-BC2E712FB40A}" type="pres">
      <dgm:prSet presAssocID="{D856AECB-15D4-4CB1-88F4-9659130EB96E}" presName="vert0" presStyleCnt="0">
        <dgm:presLayoutVars>
          <dgm:dir/>
          <dgm:animOne val="branch"/>
          <dgm:animLvl val="lvl"/>
        </dgm:presLayoutVars>
      </dgm:prSet>
      <dgm:spPr/>
    </dgm:pt>
    <dgm:pt modelId="{F0425DC8-9E2C-4D95-A941-B4D8598C1BD3}" type="pres">
      <dgm:prSet presAssocID="{FC2677D0-CEF3-480A-BBA0-2812FE9921D8}" presName="thickLine" presStyleLbl="alignNode1" presStyleIdx="0" presStyleCnt="4"/>
      <dgm:spPr/>
    </dgm:pt>
    <dgm:pt modelId="{37649D03-9F06-44AF-8642-567E29B15D52}" type="pres">
      <dgm:prSet presAssocID="{FC2677D0-CEF3-480A-BBA0-2812FE9921D8}" presName="horz1" presStyleCnt="0"/>
      <dgm:spPr/>
    </dgm:pt>
    <dgm:pt modelId="{80F335DA-2B8E-42C4-A6B4-4BF635EF6CC6}" type="pres">
      <dgm:prSet presAssocID="{FC2677D0-CEF3-480A-BBA0-2812FE9921D8}" presName="tx1" presStyleLbl="revTx" presStyleIdx="0" presStyleCnt="4"/>
      <dgm:spPr/>
    </dgm:pt>
    <dgm:pt modelId="{5B294DE8-A476-4D55-B7DF-D2FCB1CA1192}" type="pres">
      <dgm:prSet presAssocID="{FC2677D0-CEF3-480A-BBA0-2812FE9921D8}" presName="vert1" presStyleCnt="0"/>
      <dgm:spPr/>
    </dgm:pt>
    <dgm:pt modelId="{FE43B50A-2A70-4F6E-BCA0-B09B6BCBDA4D}" type="pres">
      <dgm:prSet presAssocID="{07117B10-3F61-4343-98AE-61D5936D51BF}" presName="thickLine" presStyleLbl="alignNode1" presStyleIdx="1" presStyleCnt="4"/>
      <dgm:spPr/>
    </dgm:pt>
    <dgm:pt modelId="{DE84BA98-F33B-4B02-B8B8-9558E409E5D3}" type="pres">
      <dgm:prSet presAssocID="{07117B10-3F61-4343-98AE-61D5936D51BF}" presName="horz1" presStyleCnt="0"/>
      <dgm:spPr/>
    </dgm:pt>
    <dgm:pt modelId="{7CAD38BD-00E7-44D0-A79E-5E6D5FF1FE1D}" type="pres">
      <dgm:prSet presAssocID="{07117B10-3F61-4343-98AE-61D5936D51BF}" presName="tx1" presStyleLbl="revTx" presStyleIdx="1" presStyleCnt="4"/>
      <dgm:spPr/>
    </dgm:pt>
    <dgm:pt modelId="{4AD714B3-13EC-46C0-831A-C3404459DDED}" type="pres">
      <dgm:prSet presAssocID="{07117B10-3F61-4343-98AE-61D5936D51BF}" presName="vert1" presStyleCnt="0"/>
      <dgm:spPr/>
    </dgm:pt>
    <dgm:pt modelId="{5E00581D-4463-4A20-803E-2CF02FBF91F8}" type="pres">
      <dgm:prSet presAssocID="{5397A7B0-00C6-4DD8-9341-88F477C5B18A}" presName="thickLine" presStyleLbl="alignNode1" presStyleIdx="2" presStyleCnt="4"/>
      <dgm:spPr/>
    </dgm:pt>
    <dgm:pt modelId="{FA25FF79-3385-4806-8434-18D5CA0AB2C9}" type="pres">
      <dgm:prSet presAssocID="{5397A7B0-00C6-4DD8-9341-88F477C5B18A}" presName="horz1" presStyleCnt="0"/>
      <dgm:spPr/>
    </dgm:pt>
    <dgm:pt modelId="{C5F499DF-1753-40A5-A500-A719FF17D367}" type="pres">
      <dgm:prSet presAssocID="{5397A7B0-00C6-4DD8-9341-88F477C5B18A}" presName="tx1" presStyleLbl="revTx" presStyleIdx="2" presStyleCnt="4"/>
      <dgm:spPr/>
    </dgm:pt>
    <dgm:pt modelId="{12C6FD28-9453-45BE-BD38-9C13333433A8}" type="pres">
      <dgm:prSet presAssocID="{5397A7B0-00C6-4DD8-9341-88F477C5B18A}" presName="vert1" presStyleCnt="0"/>
      <dgm:spPr/>
    </dgm:pt>
    <dgm:pt modelId="{27126CAD-6613-4699-95B2-8A21EC75AF8F}" type="pres">
      <dgm:prSet presAssocID="{D857E6A8-FE5D-4835-9C0F-BDF1CDBF20CD}" presName="thickLine" presStyleLbl="alignNode1" presStyleIdx="3" presStyleCnt="4"/>
      <dgm:spPr/>
    </dgm:pt>
    <dgm:pt modelId="{8D9459C6-15FC-4E8A-81C8-467CABB84E93}" type="pres">
      <dgm:prSet presAssocID="{D857E6A8-FE5D-4835-9C0F-BDF1CDBF20CD}" presName="horz1" presStyleCnt="0"/>
      <dgm:spPr/>
    </dgm:pt>
    <dgm:pt modelId="{C47D2461-B227-493B-A945-676D09211306}" type="pres">
      <dgm:prSet presAssocID="{D857E6A8-FE5D-4835-9C0F-BDF1CDBF20CD}" presName="tx1" presStyleLbl="revTx" presStyleIdx="3" presStyleCnt="4"/>
      <dgm:spPr/>
    </dgm:pt>
    <dgm:pt modelId="{2C2D1EE1-2BF0-419B-A781-8A96774D27DA}" type="pres">
      <dgm:prSet presAssocID="{D857E6A8-FE5D-4835-9C0F-BDF1CDBF20CD}" presName="vert1" presStyleCnt="0"/>
      <dgm:spPr/>
    </dgm:pt>
  </dgm:ptLst>
  <dgm:cxnLst>
    <dgm:cxn modelId="{F6B2020F-1125-49B4-A489-93D4E71A35CD}" type="presOf" srcId="{07117B10-3F61-4343-98AE-61D5936D51BF}" destId="{7CAD38BD-00E7-44D0-A79E-5E6D5FF1FE1D}" srcOrd="0" destOrd="0" presId="urn:microsoft.com/office/officeart/2008/layout/LinedList"/>
    <dgm:cxn modelId="{6619F230-A963-4404-8A33-366690E972AE}" srcId="{D856AECB-15D4-4CB1-88F4-9659130EB96E}" destId="{5397A7B0-00C6-4DD8-9341-88F477C5B18A}" srcOrd="2" destOrd="0" parTransId="{90895121-58EF-46CB-82B4-1513636BA1B2}" sibTransId="{361AA229-179E-4D36-A4A8-26EC05C105A8}"/>
    <dgm:cxn modelId="{25D5FF39-0DA9-4B49-80C3-4512DE1CCA5F}" srcId="{D856AECB-15D4-4CB1-88F4-9659130EB96E}" destId="{07117B10-3F61-4343-98AE-61D5936D51BF}" srcOrd="1" destOrd="0" parTransId="{77027602-69BE-45F6-9358-775821EC6EBB}" sibTransId="{12BE0B40-90A5-4BF7-89D8-6F0851A3FBFB}"/>
    <dgm:cxn modelId="{0E4EF592-7AFF-4277-8AD9-75B553591F1A}" type="presOf" srcId="{D857E6A8-FE5D-4835-9C0F-BDF1CDBF20CD}" destId="{C47D2461-B227-493B-A945-676D09211306}" srcOrd="0" destOrd="0" presId="urn:microsoft.com/office/officeart/2008/layout/LinedList"/>
    <dgm:cxn modelId="{665564B9-2A16-430B-BADB-2A8B2E7CE132}" type="presOf" srcId="{FC2677D0-CEF3-480A-BBA0-2812FE9921D8}" destId="{80F335DA-2B8E-42C4-A6B4-4BF635EF6CC6}" srcOrd="0" destOrd="0" presId="urn:microsoft.com/office/officeart/2008/layout/LinedList"/>
    <dgm:cxn modelId="{FD52FCC7-D8F8-4089-9C34-2D6DA8A521C4}" type="presOf" srcId="{D856AECB-15D4-4CB1-88F4-9659130EB96E}" destId="{08143462-980D-443D-9AA2-BC2E712FB40A}" srcOrd="0" destOrd="0" presId="urn:microsoft.com/office/officeart/2008/layout/LinedList"/>
    <dgm:cxn modelId="{465ED3D0-3C35-4BAC-9B54-1C5A7BC1E38C}" srcId="{D856AECB-15D4-4CB1-88F4-9659130EB96E}" destId="{FC2677D0-CEF3-480A-BBA0-2812FE9921D8}" srcOrd="0" destOrd="0" parTransId="{231773CF-D3F2-431E-B105-1823FE99DE53}" sibTransId="{EC871EA8-25AE-40BF-930E-47C3D573E271}"/>
    <dgm:cxn modelId="{5858C1D8-AC0B-4039-AF13-1572D8DF789C}" type="presOf" srcId="{5397A7B0-00C6-4DD8-9341-88F477C5B18A}" destId="{C5F499DF-1753-40A5-A500-A719FF17D367}" srcOrd="0" destOrd="0" presId="urn:microsoft.com/office/officeart/2008/layout/LinedList"/>
    <dgm:cxn modelId="{7017B0E8-060E-458B-A4B6-1FFC413E4591}" srcId="{D856AECB-15D4-4CB1-88F4-9659130EB96E}" destId="{D857E6A8-FE5D-4835-9C0F-BDF1CDBF20CD}" srcOrd="3" destOrd="0" parTransId="{A1BDFF06-D88B-42CA-B6D9-DA7E10719D64}" sibTransId="{03AD7A1C-3F79-4743-8F31-9B91FC59D9DF}"/>
    <dgm:cxn modelId="{C8EE9482-1700-429E-9CA2-3271B4075641}" type="presParOf" srcId="{08143462-980D-443D-9AA2-BC2E712FB40A}" destId="{F0425DC8-9E2C-4D95-A941-B4D8598C1BD3}" srcOrd="0" destOrd="0" presId="urn:microsoft.com/office/officeart/2008/layout/LinedList"/>
    <dgm:cxn modelId="{FCF6B083-8E99-463E-8751-5B6546EF34DA}" type="presParOf" srcId="{08143462-980D-443D-9AA2-BC2E712FB40A}" destId="{37649D03-9F06-44AF-8642-567E29B15D52}" srcOrd="1" destOrd="0" presId="urn:microsoft.com/office/officeart/2008/layout/LinedList"/>
    <dgm:cxn modelId="{A1203183-FBC4-469F-B752-2780D29BA0F2}" type="presParOf" srcId="{37649D03-9F06-44AF-8642-567E29B15D52}" destId="{80F335DA-2B8E-42C4-A6B4-4BF635EF6CC6}" srcOrd="0" destOrd="0" presId="urn:microsoft.com/office/officeart/2008/layout/LinedList"/>
    <dgm:cxn modelId="{43892D9A-0900-42D9-9F79-B5ACC5D8F146}" type="presParOf" srcId="{37649D03-9F06-44AF-8642-567E29B15D52}" destId="{5B294DE8-A476-4D55-B7DF-D2FCB1CA1192}" srcOrd="1" destOrd="0" presId="urn:microsoft.com/office/officeart/2008/layout/LinedList"/>
    <dgm:cxn modelId="{42937779-AAB3-4A8C-ACF4-CB81CEC325CF}" type="presParOf" srcId="{08143462-980D-443D-9AA2-BC2E712FB40A}" destId="{FE43B50A-2A70-4F6E-BCA0-B09B6BCBDA4D}" srcOrd="2" destOrd="0" presId="urn:microsoft.com/office/officeart/2008/layout/LinedList"/>
    <dgm:cxn modelId="{6D2ABAF2-1E68-4ADA-82BB-E23D31E355B2}" type="presParOf" srcId="{08143462-980D-443D-9AA2-BC2E712FB40A}" destId="{DE84BA98-F33B-4B02-B8B8-9558E409E5D3}" srcOrd="3" destOrd="0" presId="urn:microsoft.com/office/officeart/2008/layout/LinedList"/>
    <dgm:cxn modelId="{90AF8CB4-93B6-41CF-B61F-396EAF513172}" type="presParOf" srcId="{DE84BA98-F33B-4B02-B8B8-9558E409E5D3}" destId="{7CAD38BD-00E7-44D0-A79E-5E6D5FF1FE1D}" srcOrd="0" destOrd="0" presId="urn:microsoft.com/office/officeart/2008/layout/LinedList"/>
    <dgm:cxn modelId="{1FABC4E4-0CE4-48FA-876F-6536E18FA7CE}" type="presParOf" srcId="{DE84BA98-F33B-4B02-B8B8-9558E409E5D3}" destId="{4AD714B3-13EC-46C0-831A-C3404459DDED}" srcOrd="1" destOrd="0" presId="urn:microsoft.com/office/officeart/2008/layout/LinedList"/>
    <dgm:cxn modelId="{B7C2EF53-EDC0-4BCE-8D7B-D8758E80FD56}" type="presParOf" srcId="{08143462-980D-443D-9AA2-BC2E712FB40A}" destId="{5E00581D-4463-4A20-803E-2CF02FBF91F8}" srcOrd="4" destOrd="0" presId="urn:microsoft.com/office/officeart/2008/layout/LinedList"/>
    <dgm:cxn modelId="{26A032AD-8D8F-463C-ABC2-A706C83CB01F}" type="presParOf" srcId="{08143462-980D-443D-9AA2-BC2E712FB40A}" destId="{FA25FF79-3385-4806-8434-18D5CA0AB2C9}" srcOrd="5" destOrd="0" presId="urn:microsoft.com/office/officeart/2008/layout/LinedList"/>
    <dgm:cxn modelId="{A2EA710A-5070-4C73-8696-43FC1B21956E}" type="presParOf" srcId="{FA25FF79-3385-4806-8434-18D5CA0AB2C9}" destId="{C5F499DF-1753-40A5-A500-A719FF17D367}" srcOrd="0" destOrd="0" presId="urn:microsoft.com/office/officeart/2008/layout/LinedList"/>
    <dgm:cxn modelId="{6BC05704-40D0-46A8-B73F-FE1F9E10DB69}" type="presParOf" srcId="{FA25FF79-3385-4806-8434-18D5CA0AB2C9}" destId="{12C6FD28-9453-45BE-BD38-9C13333433A8}" srcOrd="1" destOrd="0" presId="urn:microsoft.com/office/officeart/2008/layout/LinedList"/>
    <dgm:cxn modelId="{40220B33-D925-4AEC-831B-2C729D4A9388}" type="presParOf" srcId="{08143462-980D-443D-9AA2-BC2E712FB40A}" destId="{27126CAD-6613-4699-95B2-8A21EC75AF8F}" srcOrd="6" destOrd="0" presId="urn:microsoft.com/office/officeart/2008/layout/LinedList"/>
    <dgm:cxn modelId="{EA98CE08-B633-49D4-A240-E9011AE0EA16}" type="presParOf" srcId="{08143462-980D-443D-9AA2-BC2E712FB40A}" destId="{8D9459C6-15FC-4E8A-81C8-467CABB84E93}" srcOrd="7" destOrd="0" presId="urn:microsoft.com/office/officeart/2008/layout/LinedList"/>
    <dgm:cxn modelId="{D3EE3C9C-42D3-4CEE-B73B-4CC91DBB2747}" type="presParOf" srcId="{8D9459C6-15FC-4E8A-81C8-467CABB84E93}" destId="{C47D2461-B227-493B-A945-676D09211306}" srcOrd="0" destOrd="0" presId="urn:microsoft.com/office/officeart/2008/layout/LinedList"/>
    <dgm:cxn modelId="{B8BB1EC5-AD9D-4908-8A9A-342FF1FDBC73}" type="presParOf" srcId="{8D9459C6-15FC-4E8A-81C8-467CABB84E93}" destId="{2C2D1EE1-2BF0-419B-A781-8A96774D27D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73D773-1540-4124-B74B-16A50ED8ECE4}">
      <dsp:nvSpPr>
        <dsp:cNvPr id="0" name=""/>
        <dsp:cNvSpPr/>
      </dsp:nvSpPr>
      <dsp:spPr>
        <a:xfrm>
          <a:off x="0" y="1238"/>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330C30-5734-4486-9CCC-BD18A227C091}">
      <dsp:nvSpPr>
        <dsp:cNvPr id="0" name=""/>
        <dsp:cNvSpPr/>
      </dsp:nvSpPr>
      <dsp:spPr>
        <a:xfrm>
          <a:off x="159594" y="119944"/>
          <a:ext cx="290171" cy="290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160A0A-54EC-49EB-82D0-970CB3430E45}">
      <dsp:nvSpPr>
        <dsp:cNvPr id="0" name=""/>
        <dsp:cNvSpPr/>
      </dsp:nvSpPr>
      <dsp:spPr>
        <a:xfrm>
          <a:off x="609359" y="1238"/>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a:lnSpc>
              <a:spcPct val="100000"/>
            </a:lnSpc>
            <a:spcBef>
              <a:spcPct val="0"/>
            </a:spcBef>
            <a:spcAft>
              <a:spcPct val="35000"/>
            </a:spcAft>
            <a:buNone/>
          </a:pPr>
          <a:r>
            <a:rPr lang="en-US" sz="1900" b="1" kern="1200" dirty="0">
              <a:solidFill>
                <a:schemeClr val="tx1"/>
              </a:solidFill>
              <a:latin typeface="Bahnschrift"/>
            </a:rPr>
            <a:t>Objective:</a:t>
          </a:r>
        </a:p>
      </dsp:txBody>
      <dsp:txXfrm>
        <a:off x="609359" y="1238"/>
        <a:ext cx="9723677" cy="527584"/>
      </dsp:txXfrm>
    </dsp:sp>
    <dsp:sp modelId="{B2DF2E94-B66A-4701-9F47-5604C1D34BB7}">
      <dsp:nvSpPr>
        <dsp:cNvPr id="0" name=""/>
        <dsp:cNvSpPr/>
      </dsp:nvSpPr>
      <dsp:spPr>
        <a:xfrm>
          <a:off x="0" y="660718"/>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4FD20F-81F0-489B-998B-319FE5E24F04}">
      <dsp:nvSpPr>
        <dsp:cNvPr id="0" name=""/>
        <dsp:cNvSpPr/>
      </dsp:nvSpPr>
      <dsp:spPr>
        <a:xfrm>
          <a:off x="159594" y="779425"/>
          <a:ext cx="290171" cy="290171"/>
        </a:xfrm>
        <a:prstGeom prst="rect">
          <a:avLst/>
        </a:prstGeom>
        <a:solidFill>
          <a:schemeClr val="accent5">
            <a:hueOff val="-3047663"/>
            <a:satOff val="-4518"/>
            <a:lumOff val="-1804"/>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8D010-545D-4AE4-B347-92B541EC271B}">
      <dsp:nvSpPr>
        <dsp:cNvPr id="0" name=""/>
        <dsp:cNvSpPr/>
      </dsp:nvSpPr>
      <dsp:spPr>
        <a:xfrm>
          <a:off x="609359" y="660718"/>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a:lnSpc>
              <a:spcPct val="100000"/>
            </a:lnSpc>
            <a:spcBef>
              <a:spcPct val="0"/>
            </a:spcBef>
            <a:spcAft>
              <a:spcPct val="35000"/>
            </a:spcAft>
            <a:buNone/>
          </a:pPr>
          <a:r>
            <a:rPr lang="en-US" sz="1900" b="0" kern="1200" dirty="0">
              <a:solidFill>
                <a:schemeClr val="tx1"/>
              </a:solidFill>
              <a:latin typeface="Bahnschrift"/>
            </a:rPr>
            <a:t> Analyze historical dress sales data.</a:t>
          </a:r>
        </a:p>
      </dsp:txBody>
      <dsp:txXfrm>
        <a:off x="609359" y="660718"/>
        <a:ext cx="9723677" cy="527584"/>
      </dsp:txXfrm>
    </dsp:sp>
    <dsp:sp modelId="{16D86B42-8697-49C8-996A-F579532A98B2}">
      <dsp:nvSpPr>
        <dsp:cNvPr id="0" name=""/>
        <dsp:cNvSpPr/>
      </dsp:nvSpPr>
      <dsp:spPr>
        <a:xfrm>
          <a:off x="0" y="1320199"/>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28DD6-9872-4AF0-813A-F6E6D6EFAE74}">
      <dsp:nvSpPr>
        <dsp:cNvPr id="0" name=""/>
        <dsp:cNvSpPr/>
      </dsp:nvSpPr>
      <dsp:spPr>
        <a:xfrm>
          <a:off x="159594" y="1438905"/>
          <a:ext cx="290171" cy="290171"/>
        </a:xfrm>
        <a:prstGeom prst="rect">
          <a:avLst/>
        </a:prstGeom>
        <a:solidFill>
          <a:schemeClr val="accent5">
            <a:hueOff val="-6095326"/>
            <a:satOff val="-9035"/>
            <a:lumOff val="-3608"/>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F10242-D6B0-4599-ABFC-34385099FBA8}">
      <dsp:nvSpPr>
        <dsp:cNvPr id="0" name=""/>
        <dsp:cNvSpPr/>
      </dsp:nvSpPr>
      <dsp:spPr>
        <a:xfrm>
          <a:off x="609359" y="1320199"/>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a:lnSpc>
              <a:spcPct val="100000"/>
            </a:lnSpc>
            <a:spcBef>
              <a:spcPct val="0"/>
            </a:spcBef>
            <a:spcAft>
              <a:spcPct val="35000"/>
            </a:spcAft>
            <a:buNone/>
          </a:pPr>
          <a:r>
            <a:rPr lang="en-US" sz="1900" b="0" kern="1200" dirty="0">
              <a:solidFill>
                <a:schemeClr val="tx1"/>
              </a:solidFill>
              <a:latin typeface="Bahnschrift"/>
            </a:rPr>
            <a:t>Develop a machine learning model to forecast future sales.</a:t>
          </a:r>
        </a:p>
      </dsp:txBody>
      <dsp:txXfrm>
        <a:off x="609359" y="1320199"/>
        <a:ext cx="9723677" cy="527584"/>
      </dsp:txXfrm>
    </dsp:sp>
    <dsp:sp modelId="{B79BC0EF-3955-4F68-8FC9-3D4BD2188046}">
      <dsp:nvSpPr>
        <dsp:cNvPr id="0" name=""/>
        <dsp:cNvSpPr/>
      </dsp:nvSpPr>
      <dsp:spPr>
        <a:xfrm>
          <a:off x="0" y="1979679"/>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1B3B06-A40F-4B4D-A3CF-39DB681985EB}">
      <dsp:nvSpPr>
        <dsp:cNvPr id="0" name=""/>
        <dsp:cNvSpPr/>
      </dsp:nvSpPr>
      <dsp:spPr>
        <a:xfrm>
          <a:off x="159594" y="2098386"/>
          <a:ext cx="290171" cy="290171"/>
        </a:xfrm>
        <a:prstGeom prst="rect">
          <a:avLst/>
        </a:prstGeom>
        <a:solidFill>
          <a:schemeClr val="accent5">
            <a:hueOff val="-9142989"/>
            <a:satOff val="-13553"/>
            <a:lumOff val="-5411"/>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735E35-88E0-4210-8A59-F996FA440280}">
      <dsp:nvSpPr>
        <dsp:cNvPr id="0" name=""/>
        <dsp:cNvSpPr/>
      </dsp:nvSpPr>
      <dsp:spPr>
        <a:xfrm>
          <a:off x="609359" y="1979679"/>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a:lnSpc>
              <a:spcPct val="100000"/>
            </a:lnSpc>
            <a:spcBef>
              <a:spcPct val="0"/>
            </a:spcBef>
            <a:spcAft>
              <a:spcPct val="35000"/>
            </a:spcAft>
            <a:buNone/>
          </a:pPr>
          <a:r>
            <a:rPr lang="en-US" sz="1900" b="0" kern="1200" dirty="0">
              <a:solidFill>
                <a:schemeClr val="tx1"/>
              </a:solidFill>
              <a:latin typeface="Bahnschrift"/>
            </a:rPr>
            <a:t>Create an animation to visualize the predicted sales trends.</a:t>
          </a:r>
        </a:p>
      </dsp:txBody>
      <dsp:txXfrm>
        <a:off x="609359" y="1979679"/>
        <a:ext cx="9723677" cy="527584"/>
      </dsp:txXfrm>
    </dsp:sp>
    <dsp:sp modelId="{D1AA4F0F-C0AC-4914-BBFB-E97A69F89D5B}">
      <dsp:nvSpPr>
        <dsp:cNvPr id="0" name=""/>
        <dsp:cNvSpPr/>
      </dsp:nvSpPr>
      <dsp:spPr>
        <a:xfrm>
          <a:off x="0" y="2639160"/>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B5C828-2E9A-4990-A43C-15CDD6F24085}">
      <dsp:nvSpPr>
        <dsp:cNvPr id="0" name=""/>
        <dsp:cNvSpPr/>
      </dsp:nvSpPr>
      <dsp:spPr>
        <a:xfrm>
          <a:off x="159594" y="2757866"/>
          <a:ext cx="290171" cy="290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FB5F82-AF4C-4B7A-A401-3FE9337F615C}">
      <dsp:nvSpPr>
        <dsp:cNvPr id="0" name=""/>
        <dsp:cNvSpPr/>
      </dsp:nvSpPr>
      <dsp:spPr>
        <a:xfrm>
          <a:off x="609359" y="2639160"/>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a:lnSpc>
              <a:spcPct val="100000"/>
            </a:lnSpc>
            <a:spcBef>
              <a:spcPct val="0"/>
            </a:spcBef>
            <a:spcAft>
              <a:spcPct val="35000"/>
            </a:spcAft>
            <a:buNone/>
          </a:pPr>
          <a:r>
            <a:rPr lang="en-US" sz="1900" b="1" kern="1200" dirty="0">
              <a:solidFill>
                <a:schemeClr val="tx1"/>
              </a:solidFill>
              <a:latin typeface="Bahnschrift"/>
            </a:rPr>
            <a:t>Data Source: </a:t>
          </a:r>
          <a:r>
            <a:rPr lang="en-US" sz="1900" b="0" kern="1200" dirty="0">
              <a:solidFill>
                <a:schemeClr val="tx1"/>
              </a:solidFill>
              <a:latin typeface="Bahnschrift"/>
            </a:rPr>
            <a:t>Kaggle dataset containing dress attributes and sales information</a:t>
          </a:r>
          <a:r>
            <a:rPr lang="en-US" sz="1900" b="1" kern="1200" dirty="0">
              <a:solidFill>
                <a:schemeClr val="tx1"/>
              </a:solidFill>
              <a:latin typeface="Bahnschrift"/>
            </a:rPr>
            <a:t>.</a:t>
          </a:r>
        </a:p>
      </dsp:txBody>
      <dsp:txXfrm>
        <a:off x="609359" y="2639160"/>
        <a:ext cx="9723677" cy="527584"/>
      </dsp:txXfrm>
    </dsp:sp>
    <dsp:sp modelId="{AC968031-0E78-4EAB-A8B1-3AE734FCB137}">
      <dsp:nvSpPr>
        <dsp:cNvPr id="0" name=""/>
        <dsp:cNvSpPr/>
      </dsp:nvSpPr>
      <dsp:spPr>
        <a:xfrm>
          <a:off x="0" y="3298640"/>
          <a:ext cx="10333037" cy="527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AF28A7-28EA-4233-B6F2-F4FD05FFD656}">
      <dsp:nvSpPr>
        <dsp:cNvPr id="0" name=""/>
        <dsp:cNvSpPr/>
      </dsp:nvSpPr>
      <dsp:spPr>
        <a:xfrm>
          <a:off x="159594" y="3417346"/>
          <a:ext cx="290171" cy="2901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A23CF2-542D-4E8C-A183-3D0C97DCA05A}">
      <dsp:nvSpPr>
        <dsp:cNvPr id="0" name=""/>
        <dsp:cNvSpPr/>
      </dsp:nvSpPr>
      <dsp:spPr>
        <a:xfrm>
          <a:off x="609359" y="3298640"/>
          <a:ext cx="9723677" cy="527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36" tIns="55836" rIns="55836" bIns="55836" numCol="1" spcCol="1270" anchor="ctr" anchorCtr="0">
          <a:noAutofit/>
        </a:bodyPr>
        <a:lstStyle/>
        <a:p>
          <a:pPr marL="0" lvl="0" indent="0" algn="l" defTabSz="844550" rtl="0">
            <a:lnSpc>
              <a:spcPct val="100000"/>
            </a:lnSpc>
            <a:spcBef>
              <a:spcPct val="0"/>
            </a:spcBef>
            <a:spcAft>
              <a:spcPct val="35000"/>
            </a:spcAft>
            <a:buNone/>
          </a:pPr>
          <a:r>
            <a:rPr lang="en-US" sz="1900" b="1" kern="1200" dirty="0">
              <a:solidFill>
                <a:schemeClr val="tx1"/>
              </a:solidFill>
              <a:latin typeface="Bahnschrift"/>
            </a:rPr>
            <a:t>Software</a:t>
          </a:r>
          <a:r>
            <a:rPr lang="en-US" sz="1900" b="0" kern="1200" dirty="0">
              <a:solidFill>
                <a:schemeClr val="tx1"/>
              </a:solidFill>
              <a:latin typeface="Bahnschrift"/>
            </a:rPr>
            <a:t> Used: Python libraries like pandas, NumPy, scikit-learn, statsmodels and </a:t>
          </a:r>
          <a:r>
            <a:rPr lang="en-US" sz="1900" b="0" kern="1200" dirty="0" err="1">
              <a:solidFill>
                <a:schemeClr val="tx1"/>
              </a:solidFill>
              <a:latin typeface="Bahnschrift"/>
            </a:rPr>
            <a:t>Plotly</a:t>
          </a:r>
          <a:r>
            <a:rPr lang="en-US" sz="1900" b="0" kern="1200" dirty="0">
              <a:solidFill>
                <a:schemeClr val="tx1"/>
              </a:solidFill>
              <a:latin typeface="Bahnschrift"/>
            </a:rPr>
            <a:t>.</a:t>
          </a:r>
        </a:p>
      </dsp:txBody>
      <dsp:txXfrm>
        <a:off x="609359" y="3298640"/>
        <a:ext cx="9723677" cy="5275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25DC8-9E2C-4D95-A941-B4D8598C1BD3}">
      <dsp:nvSpPr>
        <dsp:cNvPr id="0" name=""/>
        <dsp:cNvSpPr/>
      </dsp:nvSpPr>
      <dsp:spPr>
        <a:xfrm>
          <a:off x="0" y="0"/>
          <a:ext cx="5390148"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F335DA-2B8E-42C4-A6B4-4BF635EF6CC6}">
      <dsp:nvSpPr>
        <dsp:cNvPr id="0" name=""/>
        <dsp:cNvSpPr/>
      </dsp:nvSpPr>
      <dsp:spPr>
        <a:xfrm>
          <a:off x="0" y="0"/>
          <a:ext cx="5390148" cy="1393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1" kern="1200" dirty="0">
              <a:latin typeface="The Serif Hand"/>
            </a:rPr>
            <a:t>Handled missing values using imputation techniques like mean/median filling.</a:t>
          </a:r>
        </a:p>
      </dsp:txBody>
      <dsp:txXfrm>
        <a:off x="0" y="0"/>
        <a:ext cx="5390148" cy="1393180"/>
      </dsp:txXfrm>
    </dsp:sp>
    <dsp:sp modelId="{FE43B50A-2A70-4F6E-BCA0-B09B6BCBDA4D}">
      <dsp:nvSpPr>
        <dsp:cNvPr id="0" name=""/>
        <dsp:cNvSpPr/>
      </dsp:nvSpPr>
      <dsp:spPr>
        <a:xfrm>
          <a:off x="0" y="1393180"/>
          <a:ext cx="5390148" cy="0"/>
        </a:xfrm>
        <a:prstGeom prst="line">
          <a:avLst/>
        </a:prstGeom>
        <a:solidFill>
          <a:schemeClr val="accent5">
            <a:hueOff val="-5079438"/>
            <a:satOff val="-7529"/>
            <a:lumOff val="-3006"/>
            <a:alphaOff val="0"/>
          </a:schemeClr>
        </a:solidFill>
        <a:ln w="12700" cap="flat" cmpd="sng" algn="ctr">
          <a:solidFill>
            <a:schemeClr val="accent5">
              <a:hueOff val="-5079438"/>
              <a:satOff val="-7529"/>
              <a:lumOff val="-30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AD38BD-00E7-44D0-A79E-5E6D5FF1FE1D}">
      <dsp:nvSpPr>
        <dsp:cNvPr id="0" name=""/>
        <dsp:cNvSpPr/>
      </dsp:nvSpPr>
      <dsp:spPr>
        <a:xfrm>
          <a:off x="0" y="1393180"/>
          <a:ext cx="5390148" cy="1393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1" kern="1200" dirty="0">
              <a:latin typeface="The Serif Hand"/>
            </a:rPr>
            <a:t>Corrected spelling mistakes and inconsistencies in categorical data.</a:t>
          </a:r>
        </a:p>
      </dsp:txBody>
      <dsp:txXfrm>
        <a:off x="0" y="1393180"/>
        <a:ext cx="5390148" cy="1393180"/>
      </dsp:txXfrm>
    </dsp:sp>
    <dsp:sp modelId="{5E00581D-4463-4A20-803E-2CF02FBF91F8}">
      <dsp:nvSpPr>
        <dsp:cNvPr id="0" name=""/>
        <dsp:cNvSpPr/>
      </dsp:nvSpPr>
      <dsp:spPr>
        <a:xfrm>
          <a:off x="0" y="2786361"/>
          <a:ext cx="5390148" cy="0"/>
        </a:xfrm>
        <a:prstGeom prst="line">
          <a:avLst/>
        </a:prstGeom>
        <a:solidFill>
          <a:schemeClr val="accent5">
            <a:hueOff val="-10158876"/>
            <a:satOff val="-15059"/>
            <a:lumOff val="-6013"/>
            <a:alphaOff val="0"/>
          </a:schemeClr>
        </a:solidFill>
        <a:ln w="12700" cap="flat" cmpd="sng" algn="ctr">
          <a:solidFill>
            <a:schemeClr val="accent5">
              <a:hueOff val="-10158876"/>
              <a:satOff val="-15059"/>
              <a:lumOff val="-60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F499DF-1753-40A5-A500-A719FF17D367}">
      <dsp:nvSpPr>
        <dsp:cNvPr id="0" name=""/>
        <dsp:cNvSpPr/>
      </dsp:nvSpPr>
      <dsp:spPr>
        <a:xfrm>
          <a:off x="0" y="2786361"/>
          <a:ext cx="5390148" cy="1393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1" kern="1200" dirty="0">
              <a:latin typeface="The Serif Hand"/>
            </a:rPr>
            <a:t>Transformed categorical data using encoding techniques like one-hot encoding.</a:t>
          </a:r>
        </a:p>
      </dsp:txBody>
      <dsp:txXfrm>
        <a:off x="0" y="2786361"/>
        <a:ext cx="5390148" cy="1393180"/>
      </dsp:txXfrm>
    </dsp:sp>
    <dsp:sp modelId="{27126CAD-6613-4699-95B2-8A21EC75AF8F}">
      <dsp:nvSpPr>
        <dsp:cNvPr id="0" name=""/>
        <dsp:cNvSpPr/>
      </dsp:nvSpPr>
      <dsp:spPr>
        <a:xfrm>
          <a:off x="0" y="4179542"/>
          <a:ext cx="5390148" cy="0"/>
        </a:xfrm>
        <a:prstGeom prst="line">
          <a:avLst/>
        </a:prstGeom>
        <a:solidFill>
          <a:schemeClr val="accent5">
            <a:hueOff val="-15238314"/>
            <a:satOff val="-22588"/>
            <a:lumOff val="-9019"/>
            <a:alphaOff val="0"/>
          </a:schemeClr>
        </a:solidFill>
        <a:ln w="12700" cap="flat" cmpd="sng" algn="ctr">
          <a:solidFill>
            <a:schemeClr val="accent5">
              <a:hueOff val="-15238314"/>
              <a:satOff val="-22588"/>
              <a:lumOff val="-90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7D2461-B227-493B-A945-676D09211306}">
      <dsp:nvSpPr>
        <dsp:cNvPr id="0" name=""/>
        <dsp:cNvSpPr/>
      </dsp:nvSpPr>
      <dsp:spPr>
        <a:xfrm>
          <a:off x="0" y="4179542"/>
          <a:ext cx="5390148" cy="1393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1" kern="1200" dirty="0">
              <a:latin typeface="The Serif Hand"/>
            </a:rPr>
            <a:t>Created additional features like lagged sales data and cyclic features for month.</a:t>
          </a:r>
        </a:p>
      </dsp:txBody>
      <dsp:txXfrm>
        <a:off x="0" y="4179542"/>
        <a:ext cx="5390148" cy="13931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E3FA4E-FF58-452A-83C9-EA9001AD8F03}" type="datetimeFigureOut">
              <a:t>8/10/2024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F1B5CB-A7AA-4822-8330-196050741627}" type="slidenum">
              <a:t>‹#›</a:t>
            </a:fld>
            <a:endParaRPr lang="en-US"/>
          </a:p>
        </p:txBody>
      </p:sp>
    </p:spTree>
    <p:extLst>
      <p:ext uri="{BB962C8B-B14F-4D97-AF65-F5344CB8AC3E}">
        <p14:creationId xmlns:p14="http://schemas.microsoft.com/office/powerpoint/2010/main" val="2487096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My name is Komal Shahid. Today, I'll be presenting a project on dress sales forecast prediction and  data animation using machine learning. We'll explore how data analysis techniques can be utilized to gain insights into dress sales trends and predict future sales.</a:t>
            </a:r>
          </a:p>
        </p:txBody>
      </p:sp>
      <p:sp>
        <p:nvSpPr>
          <p:cNvPr id="4" name="Slide Number Placeholder 3"/>
          <p:cNvSpPr>
            <a:spLocks noGrp="1"/>
          </p:cNvSpPr>
          <p:nvPr>
            <p:ph type="sldNum" sz="quarter" idx="5"/>
          </p:nvPr>
        </p:nvSpPr>
        <p:spPr/>
        <p:txBody>
          <a:bodyPr/>
          <a:lstStyle/>
          <a:p>
            <a:fld id="{9FF1B5CB-A7AA-4822-8330-196050741627}" type="slidenum">
              <a:t>1</a:t>
            </a:fld>
            <a:endParaRPr lang="en-US"/>
          </a:p>
        </p:txBody>
      </p:sp>
    </p:spTree>
    <p:extLst>
      <p:ext uri="{BB962C8B-B14F-4D97-AF65-F5344CB8AC3E}">
        <p14:creationId xmlns:p14="http://schemas.microsoft.com/office/powerpoint/2010/main" val="2372117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aims to achieve three main objectives. First, we'll analyze historical dress sales data to identify patterns and trends. Second, we'll develop a machine learning model to predict future sales based on the historical data. Finally, we'll create an animation to visualize the predicted sales trends, enabling us to see how sales are expected to change over time.</a:t>
            </a:r>
          </a:p>
          <a:p>
            <a:r>
              <a:rPr lang="en-US"/>
              <a:t>The data used for this project comes from a Kaggle dataset that contains information about various dress attributes, such as style, price, and material, alongside historical sales data. We'll use Python libraries like pandas for data manipulation,NumPy for numerical computations, scikit-learn for building the machine learning model, and Plotly for creating the animation.</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FF1B5CB-A7AA-4822-8330-196050741627}" type="slidenum">
              <a:t>2</a:t>
            </a:fld>
            <a:endParaRPr lang="en-US"/>
          </a:p>
        </p:txBody>
      </p:sp>
    </p:spTree>
    <p:extLst>
      <p:ext uri="{BB962C8B-B14F-4D97-AF65-F5344CB8AC3E}">
        <p14:creationId xmlns:p14="http://schemas.microsoft.com/office/powerpoint/2010/main" val="606030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exploration phase, we examined the attributes data, which includes details like dress style, </a:t>
            </a:r>
            <a:r>
              <a:rPr lang="en-US" dirty="0" err="1"/>
              <a:t>price,rating</a:t>
            </a:r>
            <a:r>
              <a:rPr lang="en-US" dirty="0"/>
              <a:t>, size, season, and more. We identified the data types, such as numeric and categorical variables, and checked for missing values. Additionally, we analyzed the sales data across different seasons to understand how seasonality might influence sales.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FF1B5CB-A7AA-4822-8330-196050741627}" type="slidenum">
              <a:t>3</a:t>
            </a:fld>
            <a:endParaRPr lang="en-US"/>
          </a:p>
        </p:txBody>
      </p:sp>
    </p:spTree>
    <p:extLst>
      <p:ext uri="{BB962C8B-B14F-4D97-AF65-F5344CB8AC3E}">
        <p14:creationId xmlns:p14="http://schemas.microsoft.com/office/powerpoint/2010/main" val="350179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preprocessing is crucial for machine learning models to function effectively. We addressed missing values in the data using imputation techniques like filling with the mean or median for numerical data. For categorical data, we corrected spelling mistakes and inconsistencies to ensure consistency. Additionally, we transformed categorical data into numerical representations using one-hot encoding. We also created additional features, such as lagged sales data (past sales influencing future sales) and cyclic features for the month (to capture seasonal trends).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FF1B5CB-A7AA-4822-8330-196050741627}" type="slidenum">
              <a:t>4</a:t>
            </a:fld>
            <a:endParaRPr lang="en-US"/>
          </a:p>
        </p:txBody>
      </p:sp>
    </p:spTree>
    <p:extLst>
      <p:ext uri="{BB962C8B-B14F-4D97-AF65-F5344CB8AC3E}">
        <p14:creationId xmlns:p14="http://schemas.microsoft.com/office/powerpoint/2010/main" val="2263560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employed the ARIMA (Autoregressive Integrated Moving Average) model for time series </a:t>
            </a:r>
            <a:r>
              <a:rPr lang="en-US" dirty="0" err="1"/>
              <a:t>forecasting.ARIMA</a:t>
            </a:r>
            <a:r>
              <a:rPr lang="en-US" dirty="0"/>
              <a:t> models are well-suited for analyzing and predicting time-dependent data like sales. We first checked if the data was stationary, a crucial requirement for ARIMA models. Then, we identified the optimal ARIMA parameters, such as the order of autoregression (p), integration (d), and moving average (q), using techniques like AIC (Akaike Information Criterion) and BIC (Bayesian Information Criterion). Finally, we trained and evaluated the ARIMA model on the training data portion of the </a:t>
            </a:r>
            <a:r>
              <a:rPr lang="en-US" dirty="0" err="1"/>
              <a:t>dataset.Once</a:t>
            </a:r>
            <a:r>
              <a:rPr lang="en-US" dirty="0"/>
              <a:t> the ARIMA model was trained, we used it to predict future dress sales. We then created an animation using </a:t>
            </a:r>
            <a:r>
              <a:rPr lang="en-US" dirty="0" err="1"/>
              <a:t>Plotly</a:t>
            </a:r>
            <a:r>
              <a:rPr lang="en-US" dirty="0"/>
              <a:t> to visualize the predicted sales trends over time. This animation allows us to see how sales are expected to fluctuate throughout a specific period. Finally, we analyzed the results to identify potential sales patterns and trends, such as high sales periods associated with certain seasons or styles.</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FF1B5CB-A7AA-4822-8330-196050741627}" type="slidenum">
              <a:t>5</a:t>
            </a:fld>
            <a:endParaRPr lang="en-US"/>
          </a:p>
        </p:txBody>
      </p:sp>
    </p:spTree>
    <p:extLst>
      <p:ext uri="{BB962C8B-B14F-4D97-AF65-F5344CB8AC3E}">
        <p14:creationId xmlns:p14="http://schemas.microsoft.com/office/powerpoint/2010/main" val="1551966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6A35EAA-ED80-4FF1-942C-82B1D483AF60}"/>
              </a:ext>
            </a:extLst>
          </p:cNvPr>
          <p:cNvSpPr/>
          <p:nvPr/>
        </p:nvSpPr>
        <p:spPr>
          <a:xfrm rot="21133683" flipH="1">
            <a:off x="977627" y="481134"/>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D415F49B-3CBC-46CF-AFB5-988852D0479E}"/>
              </a:ext>
            </a:extLst>
          </p:cNvPr>
          <p:cNvSpPr/>
          <p:nvPr/>
        </p:nvSpPr>
        <p:spPr>
          <a:xfrm rot="21133683" flipH="1">
            <a:off x="1010574" y="456230"/>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D80FF0C0-FC1A-4C5B-9FE5-09BA33FF7EE3}"/>
              </a:ext>
            </a:extLst>
          </p:cNvPr>
          <p:cNvSpPr>
            <a:spLocks noGrp="1"/>
          </p:cNvSpPr>
          <p:nvPr>
            <p:ph type="ctrTitle"/>
          </p:nvPr>
        </p:nvSpPr>
        <p:spPr>
          <a:xfrm>
            <a:off x="1956392" y="1398181"/>
            <a:ext cx="7134446" cy="2870791"/>
          </a:xfrm>
        </p:spPr>
        <p:txBody>
          <a:bodyPr anchor="ctr">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6E989092-15F8-4341-8D94-9E799301C51A}"/>
              </a:ext>
            </a:extLst>
          </p:cNvPr>
          <p:cNvSpPr>
            <a:spLocks noGrp="1"/>
          </p:cNvSpPr>
          <p:nvPr>
            <p:ph type="subTitle" idx="1"/>
          </p:nvPr>
        </p:nvSpPr>
        <p:spPr>
          <a:xfrm>
            <a:off x="6270835" y="5135527"/>
            <a:ext cx="4397164" cy="1057938"/>
          </a:xfrm>
        </p:spPr>
        <p:txBody>
          <a:bodyPr anchor="ctr">
            <a:normAutofit/>
          </a:bodyPr>
          <a:lstStyle>
            <a:lvl1pPr marL="0" indent="0" algn="l">
              <a:lnSpc>
                <a:spcPct val="100000"/>
              </a:lnSpc>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97328B-E858-4921-99C2-3B0BE1724C6F}"/>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ED381296-9B7B-4EF3-89B3-8B33E6070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2FE59-6CD1-4D0F-8A06-10CA2D3836CD}"/>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8477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C77D-9BA0-4A3B-B823-2059DC3C3D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11DB-C16F-4CED-97C6-73ABD71F33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14D3C-7343-4DD7-B816-0D4D66BD61BF}"/>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BE2409C8-4D7C-40EE-A12E-59CB555C7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222D5-7193-4F59-83B4-3C19E8B1495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78798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BEFA1-A4AB-4CF4-B02E-57AAED5719D6}"/>
              </a:ext>
            </a:extLst>
          </p:cNvPr>
          <p:cNvSpPr>
            <a:spLocks noGrp="1"/>
          </p:cNvSpPr>
          <p:nvPr>
            <p:ph type="title"/>
          </p:nvPr>
        </p:nvSpPr>
        <p:spPr>
          <a:xfrm>
            <a:off x="1621971" y="1709738"/>
            <a:ext cx="9165772" cy="2963271"/>
          </a:xfrm>
        </p:spPr>
        <p:txBody>
          <a:bodyPr anchor="b"/>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10AB406C-F19A-4393-9AD1-A300A7E452E8}"/>
              </a:ext>
            </a:extLst>
          </p:cNvPr>
          <p:cNvSpPr>
            <a:spLocks noGrp="1"/>
          </p:cNvSpPr>
          <p:nvPr>
            <p:ph type="body" idx="1"/>
          </p:nvPr>
        </p:nvSpPr>
        <p:spPr>
          <a:xfrm>
            <a:off x="1621971" y="4875028"/>
            <a:ext cx="9165772" cy="1052623"/>
          </a:xfrm>
        </p:spPr>
        <p:txBody>
          <a:bodyPr>
            <a:normAutofit/>
          </a:bodyPr>
          <a:lstStyle>
            <a:lvl1pPr marL="0" indent="0" algn="ctr">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D7AE7-47F6-4023-8D44-8BA1DAB05FF2}"/>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57AB32FC-A974-44FC-9804-F871EE51D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9ADE9-F40E-4E3B-AB8D-68CB1F4854A5}"/>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58391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D816-3E01-4EFD-AD9C-783D674DA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53D69-34A7-451D-A902-5F6CD13343FE}"/>
              </a:ext>
            </a:extLst>
          </p:cNvPr>
          <p:cNvSpPr>
            <a:spLocks noGrp="1"/>
          </p:cNvSpPr>
          <p:nvPr>
            <p:ph sz="half" idx="1"/>
          </p:nvPr>
        </p:nvSpPr>
        <p:spPr>
          <a:xfrm>
            <a:off x="1020722" y="2095500"/>
            <a:ext cx="4999077"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E1E0E2-7D34-48E0-8795-546D2F00E2CF}"/>
              </a:ext>
            </a:extLst>
          </p:cNvPr>
          <p:cNvSpPr>
            <a:spLocks noGrp="1"/>
          </p:cNvSpPr>
          <p:nvPr>
            <p:ph sz="half" idx="2"/>
          </p:nvPr>
        </p:nvSpPr>
        <p:spPr>
          <a:xfrm>
            <a:off x="6281056" y="2095500"/>
            <a:ext cx="5072743"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005476-6B6D-4BA3-919B-5335D6429852}"/>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6" name="Footer Placeholder 5">
            <a:extLst>
              <a:ext uri="{FF2B5EF4-FFF2-40B4-BE49-F238E27FC236}">
                <a16:creationId xmlns:a16="http://schemas.microsoft.com/office/drawing/2014/main" id="{F5DB6D41-07E2-4F6D-BB39-217957FE7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0CA9C-BFED-484F-B765-EA8CE4B4B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655559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AD2-5208-4201-90A7-F961876195F8}"/>
              </a:ext>
            </a:extLst>
          </p:cNvPr>
          <p:cNvSpPr>
            <a:spLocks noGrp="1"/>
          </p:cNvSpPr>
          <p:nvPr>
            <p:ph type="title"/>
          </p:nvPr>
        </p:nvSpPr>
        <p:spPr>
          <a:xfrm>
            <a:off x="1028700" y="702129"/>
            <a:ext cx="10326688" cy="11256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A3FF53-BE24-42E9-BA12-BC5863CBFF1B}"/>
              </a:ext>
            </a:extLst>
          </p:cNvPr>
          <p:cNvSpPr>
            <a:spLocks noGrp="1"/>
          </p:cNvSpPr>
          <p:nvPr>
            <p:ph type="body" idx="1"/>
          </p:nvPr>
        </p:nvSpPr>
        <p:spPr>
          <a:xfrm>
            <a:off x="1028700" y="1827804"/>
            <a:ext cx="4968875"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A84776-6678-4D27-9BE9-5D83FC9E884F}"/>
              </a:ext>
            </a:extLst>
          </p:cNvPr>
          <p:cNvSpPr>
            <a:spLocks noGrp="1"/>
          </p:cNvSpPr>
          <p:nvPr>
            <p:ph sz="half" idx="2"/>
          </p:nvPr>
        </p:nvSpPr>
        <p:spPr>
          <a:xfrm>
            <a:off x="1028700" y="2642191"/>
            <a:ext cx="4968875" cy="3402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BCA2E2-5B30-43B4-8FCD-23015451F221}"/>
              </a:ext>
            </a:extLst>
          </p:cNvPr>
          <p:cNvSpPr>
            <a:spLocks noGrp="1"/>
          </p:cNvSpPr>
          <p:nvPr>
            <p:ph type="body" sz="quarter" idx="3"/>
          </p:nvPr>
        </p:nvSpPr>
        <p:spPr>
          <a:xfrm>
            <a:off x="6281054" y="1827804"/>
            <a:ext cx="5087034"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A7B7A1-E670-4E7E-AEBA-340893DE8EE5}"/>
              </a:ext>
            </a:extLst>
          </p:cNvPr>
          <p:cNvSpPr>
            <a:spLocks noGrp="1"/>
          </p:cNvSpPr>
          <p:nvPr>
            <p:ph sz="quarter" idx="4"/>
          </p:nvPr>
        </p:nvSpPr>
        <p:spPr>
          <a:xfrm>
            <a:off x="6281054" y="2642191"/>
            <a:ext cx="5087034" cy="3402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44D3AE-982A-4CC3-8456-4D4B0E35D993}"/>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8" name="Footer Placeholder 7">
            <a:extLst>
              <a:ext uri="{FF2B5EF4-FFF2-40B4-BE49-F238E27FC236}">
                <a16:creationId xmlns:a16="http://schemas.microsoft.com/office/drawing/2014/main" id="{56FE3087-09F9-4436-8236-8693EA4984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8413CB-0E24-4F96-AF8C-EE269ACCE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416154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5CAD1C-D319-4A48-8DF9-50699231C977}"/>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4" name="Footer Placeholder 3">
            <a:extLst>
              <a:ext uri="{FF2B5EF4-FFF2-40B4-BE49-F238E27FC236}">
                <a16:creationId xmlns:a16="http://schemas.microsoft.com/office/drawing/2014/main" id="{FE3D0181-83E0-4AB1-B372-24D6C075B0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50352C-6317-4DD0-84C4-AE7DDAC55F0A}"/>
              </a:ext>
            </a:extLst>
          </p:cNvPr>
          <p:cNvSpPr>
            <a:spLocks noGrp="1"/>
          </p:cNvSpPr>
          <p:nvPr>
            <p:ph type="sldNum" sz="quarter" idx="12"/>
          </p:nvPr>
        </p:nvSpPr>
        <p:spPr/>
        <p:txBody>
          <a:bodyPr/>
          <a:lstStyle/>
          <a:p>
            <a:fld id="{7C7FAD9F-AEE9-406E-B720-57D2B9DB2816}" type="slidenum">
              <a:rPr lang="en-US" smtClean="0"/>
              <a:t>‹#›</a:t>
            </a:fld>
            <a:endParaRPr lang="en-US"/>
          </a:p>
        </p:txBody>
      </p:sp>
      <p:sp>
        <p:nvSpPr>
          <p:cNvPr id="6" name="Freeform: Shape 5">
            <a:extLst>
              <a:ext uri="{FF2B5EF4-FFF2-40B4-BE49-F238E27FC236}">
                <a16:creationId xmlns:a16="http://schemas.microsoft.com/office/drawing/2014/main" id="{48F340C5-9EBB-43D9-91F5-F767DBD59BBF}"/>
              </a:ext>
              <a:ext uri="{C183D7F6-B498-43B3-948B-1728B52AA6E4}">
                <adec:decorative xmlns:adec="http://schemas.microsoft.com/office/drawing/2017/decorative" val="1"/>
              </a:ext>
            </a:extLst>
          </p:cNvPr>
          <p:cNvSpPr/>
          <p:nvPr/>
        </p:nvSpPr>
        <p:spPr>
          <a:xfrm rot="492880">
            <a:off x="2401240" y="1130240"/>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solidFill>
            <a:schemeClr val="bg1"/>
          </a:solidFill>
          <a:ln w="1905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9ECC812-F2A9-46D4-9B78-6659C68ED4EE}"/>
              </a:ext>
            </a:extLst>
          </p:cNvPr>
          <p:cNvSpPr>
            <a:spLocks noGrp="1"/>
          </p:cNvSpPr>
          <p:nvPr>
            <p:ph type="title"/>
          </p:nvPr>
        </p:nvSpPr>
        <p:spPr>
          <a:xfrm>
            <a:off x="3412671" y="1932214"/>
            <a:ext cx="6966858" cy="3091544"/>
          </a:xfrm>
        </p:spPr>
        <p:txBody>
          <a:bodyPr/>
          <a:lstStyle>
            <a:lvl1pPr algn="ctr">
              <a:defRPr/>
            </a:lvl1pPr>
          </a:lstStyle>
          <a:p>
            <a:r>
              <a:rPr lang="en-US"/>
              <a:t>Click to edit Master title style</a:t>
            </a:r>
          </a:p>
        </p:txBody>
      </p:sp>
      <p:sp>
        <p:nvSpPr>
          <p:cNvPr id="7" name="Freeform: Shape 6">
            <a:extLst>
              <a:ext uri="{FF2B5EF4-FFF2-40B4-BE49-F238E27FC236}">
                <a16:creationId xmlns:a16="http://schemas.microsoft.com/office/drawing/2014/main" id="{B7A37F60-69E7-41AC-BC9A-9DBC3B577269}"/>
              </a:ext>
              <a:ext uri="{C183D7F6-B498-43B3-948B-1728B52AA6E4}">
                <adec:decorative xmlns:adec="http://schemas.microsoft.com/office/drawing/2017/decorative" val="1"/>
              </a:ext>
            </a:extLst>
          </p:cNvPr>
          <p:cNvSpPr/>
          <p:nvPr/>
        </p:nvSpPr>
        <p:spPr>
          <a:xfrm rot="492880">
            <a:off x="2455668" y="1103025"/>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noFill/>
          <a:ln w="19050" cap="flat">
            <a:solidFill>
              <a:schemeClr val="tx1"/>
            </a:solidFill>
            <a:prstDash val="solid"/>
            <a:miter/>
          </a:ln>
        </p:spPr>
        <p:txBody>
          <a:bodyPr rtlCol="0" anchor="ctr"/>
          <a:lstStyle/>
          <a:p>
            <a:endParaRPr lang="en-US"/>
          </a:p>
        </p:txBody>
      </p:sp>
    </p:spTree>
    <p:extLst>
      <p:ext uri="{BB962C8B-B14F-4D97-AF65-F5344CB8AC3E}">
        <p14:creationId xmlns:p14="http://schemas.microsoft.com/office/powerpoint/2010/main" val="2875830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D441F-9FBB-4F90-987A-39793DE0E7A0}"/>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3" name="Footer Placeholder 2">
            <a:extLst>
              <a:ext uri="{FF2B5EF4-FFF2-40B4-BE49-F238E27FC236}">
                <a16:creationId xmlns:a16="http://schemas.microsoft.com/office/drawing/2014/main" id="{53C92B1E-8D5D-45CA-9A8B-53E3B7FEC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489E71-49A9-4CE9-AD1D-780A876BC35A}"/>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49091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053A-B2EE-4E20-9723-6BB0BBD500FD}"/>
              </a:ext>
            </a:extLst>
          </p:cNvPr>
          <p:cNvSpPr>
            <a:spLocks noGrp="1"/>
          </p:cNvSpPr>
          <p:nvPr>
            <p:ph type="title"/>
          </p:nvPr>
        </p:nvSpPr>
        <p:spPr>
          <a:xfrm>
            <a:off x="839788" y="553272"/>
            <a:ext cx="3932237" cy="1732727"/>
          </a:xfrm>
        </p:spPr>
        <p:txBody>
          <a:bodyPr anchor="b">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07B065AB-0DF3-4C86-AB5F-EB65021FDB99}"/>
              </a:ext>
            </a:extLst>
          </p:cNvPr>
          <p:cNvSpPr>
            <a:spLocks noGrp="1"/>
          </p:cNvSpPr>
          <p:nvPr>
            <p:ph idx="1"/>
          </p:nvPr>
        </p:nvSpPr>
        <p:spPr>
          <a:xfrm>
            <a:off x="5415642" y="987425"/>
            <a:ext cx="593974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D99FAE-8825-466D-9F1E-3B7BAED2C05B}"/>
              </a:ext>
            </a:extLst>
          </p:cNvPr>
          <p:cNvSpPr>
            <a:spLocks noGrp="1"/>
          </p:cNvSpPr>
          <p:nvPr>
            <p:ph type="body" sz="half" idx="2"/>
          </p:nvPr>
        </p:nvSpPr>
        <p:spPr>
          <a:xfrm>
            <a:off x="839788" y="2368550"/>
            <a:ext cx="3932237" cy="350043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A6375-677F-4A58-B98D-18F3DEF8E623}"/>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6" name="Footer Placeholder 5">
            <a:extLst>
              <a:ext uri="{FF2B5EF4-FFF2-40B4-BE49-F238E27FC236}">
                <a16:creationId xmlns:a16="http://schemas.microsoft.com/office/drawing/2014/main" id="{E6B40F2C-7AE7-481B-856A-B3E26AE8B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7C48C-9BD9-41CB-915E-A905B8869B70}"/>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4920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6DE4-025D-4D93-A5D0-FB45897207DA}"/>
              </a:ext>
            </a:extLst>
          </p:cNvPr>
          <p:cNvSpPr>
            <a:spLocks noGrp="1"/>
          </p:cNvSpPr>
          <p:nvPr>
            <p:ph type="title"/>
          </p:nvPr>
        </p:nvSpPr>
        <p:spPr>
          <a:xfrm>
            <a:off x="839788" y="615915"/>
            <a:ext cx="3932237" cy="1670085"/>
          </a:xfrm>
        </p:spPr>
        <p:txBody>
          <a:bodyPr anchor="b">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9993EE21-471F-4B7B-B7AF-192243A12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146B769-8E40-42E6-8F62-C4347B0CE929}"/>
              </a:ext>
            </a:extLst>
          </p:cNvPr>
          <p:cNvSpPr>
            <a:spLocks noGrp="1"/>
          </p:cNvSpPr>
          <p:nvPr>
            <p:ph type="body" sz="half" idx="2"/>
          </p:nvPr>
        </p:nvSpPr>
        <p:spPr>
          <a:xfrm>
            <a:off x="839788" y="2365744"/>
            <a:ext cx="3932237" cy="35032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4DC6-1AA3-4779-8EDF-F4A877508EE3}"/>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6" name="Footer Placeholder 5">
            <a:extLst>
              <a:ext uri="{FF2B5EF4-FFF2-40B4-BE49-F238E27FC236}">
                <a16:creationId xmlns:a16="http://schemas.microsoft.com/office/drawing/2014/main" id="{CD47F83E-FAF9-43E1-95CC-6F4EDD76B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D8C7B-B211-4BAF-9C05-09CF993B0DA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974057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39E3-FB89-4585-A22D-15851E8DE0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94B498-70D2-4956-A576-83345B38D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A84CB-FF9E-43D6-8805-B4ABB520D60C}"/>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BCA7EE14-0A60-428B-BC0E-A50951E0E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A9A22-BBF2-4B23-B17F-B32AC87D290F}"/>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430627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CC51B-E0BE-4D50-A04A-571F8BCAE2A7}"/>
              </a:ext>
            </a:extLst>
          </p:cNvPr>
          <p:cNvSpPr>
            <a:spLocks noGrp="1"/>
          </p:cNvSpPr>
          <p:nvPr>
            <p:ph type="title" orient="vert"/>
          </p:nvPr>
        </p:nvSpPr>
        <p:spPr>
          <a:xfrm>
            <a:off x="9099550" y="692150"/>
            <a:ext cx="2254250" cy="530993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1F5607-7A89-4981-87F4-98BC7CE0A921}"/>
              </a:ext>
            </a:extLst>
          </p:cNvPr>
          <p:cNvSpPr>
            <a:spLocks noGrp="1"/>
          </p:cNvSpPr>
          <p:nvPr>
            <p:ph type="body" orient="vert" idx="1"/>
          </p:nvPr>
        </p:nvSpPr>
        <p:spPr>
          <a:xfrm>
            <a:off x="838200" y="692150"/>
            <a:ext cx="8108950" cy="53099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0D5BE-275A-42D5-BCE1-357D53FC50C3}"/>
              </a:ext>
            </a:extLst>
          </p:cNvPr>
          <p:cNvSpPr>
            <a:spLocks noGrp="1"/>
          </p:cNvSpPr>
          <p:nvPr>
            <p:ph type="dt" sz="half" idx="10"/>
          </p:nvPr>
        </p:nvSpPr>
        <p:spPr/>
        <p:txBody>
          <a:body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11525F9A-B406-4028-AC92-D12450519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70F0A-5147-4274-A0A1-BD21917945FE}"/>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698423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FAAE2DA9-9BAF-4D46-BC97-20425C5321FD}"/>
              </a:ext>
            </a:extLst>
          </p:cNvPr>
          <p:cNvSpPr/>
          <p:nvPr/>
        </p:nvSpPr>
        <p:spPr>
          <a:xfrm>
            <a:off x="372926" y="367993"/>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68807" y="-29564"/>
                  <a:pt x="11499601" y="84193"/>
                </a:cubicBezTo>
                <a:lnTo>
                  <a:pt x="11496115" y="333210"/>
                </a:lnTo>
                <a:cubicBezTo>
                  <a:pt x="11496285" y="48943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0C489E99-8A12-4C4F-92F9-95B01D8147E3}"/>
              </a:ext>
            </a:extLst>
          </p:cNvPr>
          <p:cNvSpPr>
            <a:spLocks noGrp="1"/>
          </p:cNvSpPr>
          <p:nvPr>
            <p:ph type="title"/>
          </p:nvPr>
        </p:nvSpPr>
        <p:spPr>
          <a:xfrm>
            <a:off x="1020724" y="558209"/>
            <a:ext cx="10333075" cy="141413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11B211-A6C3-4384-AA0B-7A8561A53C1B}"/>
              </a:ext>
            </a:extLst>
          </p:cNvPr>
          <p:cNvSpPr>
            <a:spLocks noGrp="1"/>
          </p:cNvSpPr>
          <p:nvPr>
            <p:ph type="body" idx="1"/>
          </p:nvPr>
        </p:nvSpPr>
        <p:spPr>
          <a:xfrm>
            <a:off x="1020726" y="2089298"/>
            <a:ext cx="10333074" cy="3827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007E98-5ED3-41C2-BC39-EA8FB826AB1E}"/>
              </a:ext>
            </a:extLst>
          </p:cNvPr>
          <p:cNvSpPr>
            <a:spLocks noGrp="1"/>
          </p:cNvSpPr>
          <p:nvPr>
            <p:ph type="dt" sz="half" idx="2"/>
          </p:nvPr>
        </p:nvSpPr>
        <p:spPr>
          <a:xfrm>
            <a:off x="467834" y="6356350"/>
            <a:ext cx="2604976" cy="365125"/>
          </a:xfrm>
          <a:prstGeom prst="rect">
            <a:avLst/>
          </a:prstGeom>
        </p:spPr>
        <p:txBody>
          <a:bodyPr vert="horz" lIns="91440" tIns="45720" rIns="91440" bIns="45720" rtlCol="0" anchor="ctr"/>
          <a:lstStyle>
            <a:lvl1pPr algn="l">
              <a:defRPr sz="1200" b="1">
                <a:solidFill>
                  <a:schemeClr val="tx1"/>
                </a:solidFill>
              </a:defRPr>
            </a:lvl1pPr>
          </a:lstStyle>
          <a:p>
            <a:fld id="{C1691109-F4F8-4597-962C-A4F4B7960636}" type="datetimeFigureOut">
              <a:rPr lang="en-US" smtClean="0"/>
              <a:t>8/10/2024</a:t>
            </a:fld>
            <a:endParaRPr lang="en-US"/>
          </a:p>
        </p:txBody>
      </p:sp>
      <p:sp>
        <p:nvSpPr>
          <p:cNvPr id="5" name="Footer Placeholder 4">
            <a:extLst>
              <a:ext uri="{FF2B5EF4-FFF2-40B4-BE49-F238E27FC236}">
                <a16:creationId xmlns:a16="http://schemas.microsoft.com/office/drawing/2014/main" id="{B7493049-EC55-4ABD-8F77-F5A84AE384F5}"/>
              </a:ext>
            </a:extLst>
          </p:cNvPr>
          <p:cNvSpPr>
            <a:spLocks noGrp="1"/>
          </p:cNvSpPr>
          <p:nvPr>
            <p:ph type="ftr" sz="quarter" idx="3"/>
          </p:nvPr>
        </p:nvSpPr>
        <p:spPr>
          <a:xfrm>
            <a:off x="7756153" y="6356350"/>
            <a:ext cx="3444109" cy="365125"/>
          </a:xfrm>
          <a:prstGeom prst="rect">
            <a:avLst/>
          </a:prstGeom>
        </p:spPr>
        <p:txBody>
          <a:bodyPr vert="horz" lIns="91440" tIns="45720" rIns="91440" bIns="45720" rtlCol="0" anchor="ctr"/>
          <a:lstStyle>
            <a:lvl1pPr algn="r">
              <a:defRPr sz="1200" b="1" cap="all"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821B6DF-CCDC-4ED0-A4B2-1512B668F4E3}"/>
              </a:ext>
            </a:extLst>
          </p:cNvPr>
          <p:cNvSpPr>
            <a:spLocks noGrp="1"/>
          </p:cNvSpPr>
          <p:nvPr>
            <p:ph type="sldNum" sz="quarter" idx="4"/>
          </p:nvPr>
        </p:nvSpPr>
        <p:spPr>
          <a:xfrm>
            <a:off x="11200263" y="6356350"/>
            <a:ext cx="523902" cy="365125"/>
          </a:xfrm>
          <a:prstGeom prst="rect">
            <a:avLst/>
          </a:prstGeom>
        </p:spPr>
        <p:txBody>
          <a:bodyPr vert="horz" lIns="91440" tIns="45720" rIns="91440" bIns="45720" rtlCol="0" anchor="ctr"/>
          <a:lstStyle>
            <a:lvl1pPr algn="r">
              <a:defRPr sz="1200" b="1">
                <a:solidFill>
                  <a:schemeClr val="tx1"/>
                </a:solidFill>
              </a:defRPr>
            </a:lvl1pPr>
          </a:lstStyle>
          <a:p>
            <a:fld id="{7C7FAD9F-AEE9-406E-B720-57D2B9DB2816}" type="slidenum">
              <a:rPr lang="en-US" smtClean="0"/>
              <a:t>‹#›</a:t>
            </a:fld>
            <a:endParaRPr lang="en-US"/>
          </a:p>
        </p:txBody>
      </p:sp>
      <p:sp>
        <p:nvSpPr>
          <p:cNvPr id="14" name="Freeform: Shape 13">
            <a:extLst>
              <a:ext uri="{FF2B5EF4-FFF2-40B4-BE49-F238E27FC236}">
                <a16:creationId xmlns:a16="http://schemas.microsoft.com/office/drawing/2014/main" id="{42D2C6CA-56BB-4A08-A1E2-342F83955EDB}"/>
              </a:ext>
            </a:extLst>
          </p:cNvPr>
          <p:cNvSpPr/>
          <p:nvPr/>
        </p:nvSpPr>
        <p:spPr>
          <a:xfrm>
            <a:off x="403284" y="389461"/>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5500 h 6255974"/>
              <a:gd name="connsiteX1" fmla="*/ 11263634 w 11499601"/>
              <a:gd name="connsiteY1" fmla="*/ 16394 h 6255974"/>
              <a:gd name="connsiteX2" fmla="*/ 11499601 w 11499601"/>
              <a:gd name="connsiteY2" fmla="*/ 64794 h 6255974"/>
              <a:gd name="connsiteX3" fmla="*/ 11496115 w 11499601"/>
              <a:gd name="connsiteY3" fmla="*/ 338710 h 6255974"/>
              <a:gd name="connsiteX4" fmla="*/ 11496626 w 11499601"/>
              <a:gd name="connsiteY4" fmla="*/ 807372 h 6255974"/>
              <a:gd name="connsiteX5" fmla="*/ 11482477 w 11499601"/>
              <a:gd name="connsiteY5" fmla="*/ 1840079 h 6255974"/>
              <a:gd name="connsiteX6" fmla="*/ 11478714 w 11499601"/>
              <a:gd name="connsiteY6" fmla="*/ 3525714 h 6255974"/>
              <a:gd name="connsiteX7" fmla="*/ 11419375 w 11499601"/>
              <a:gd name="connsiteY7" fmla="*/ 5987933 h 6255974"/>
              <a:gd name="connsiteX8" fmla="*/ 5959453 w 11499601"/>
              <a:gd name="connsiteY8" fmla="*/ 5978886 h 6255974"/>
              <a:gd name="connsiteX9" fmla="*/ 4858766 w 11499601"/>
              <a:gd name="connsiteY9" fmla="*/ 6005062 h 6255974"/>
              <a:gd name="connsiteX10" fmla="*/ 3239306 w 11499601"/>
              <a:gd name="connsiteY10" fmla="*/ 5978241 h 6255974"/>
              <a:gd name="connsiteX11" fmla="*/ 3217554 w 11499601"/>
              <a:gd name="connsiteY11" fmla="*/ 6011412 h 6255974"/>
              <a:gd name="connsiteX12" fmla="*/ 3219866 w 11499601"/>
              <a:gd name="connsiteY12" fmla="*/ 6255974 h 6255974"/>
              <a:gd name="connsiteX13" fmla="*/ 2870715 w 11499601"/>
              <a:gd name="connsiteY13" fmla="*/ 6061661 h 6255974"/>
              <a:gd name="connsiteX14" fmla="*/ 2785655 w 11499601"/>
              <a:gd name="connsiteY14" fmla="*/ 5978241 h 6255974"/>
              <a:gd name="connsiteX15" fmla="*/ 2301504 w 11499601"/>
              <a:gd name="connsiteY15" fmla="*/ 5973147 h 6255974"/>
              <a:gd name="connsiteX16" fmla="*/ 666073 w 11499601"/>
              <a:gd name="connsiteY16" fmla="*/ 5964071 h 6255974"/>
              <a:gd name="connsiteX17" fmla="*/ 94741 w 11499601"/>
              <a:gd name="connsiteY17" fmla="*/ 5962915 h 6255974"/>
              <a:gd name="connsiteX18" fmla="*/ 37859 w 11499601"/>
              <a:gd name="connsiteY18" fmla="*/ 5881560 h 6255974"/>
              <a:gd name="connsiteX19" fmla="*/ 28975 w 11499601"/>
              <a:gd name="connsiteY19" fmla="*/ 2612388 h 6255974"/>
              <a:gd name="connsiteX20" fmla="*/ 33539 w 11499601"/>
              <a:gd name="connsiteY20" fmla="*/ 65360 h 6255974"/>
              <a:gd name="connsiteX21" fmla="*/ 39830 w 11499601"/>
              <a:gd name="connsiteY21" fmla="*/ 47528 h 6255974"/>
              <a:gd name="connsiteX22" fmla="*/ 88659 w 11499601"/>
              <a:gd name="connsiteY22" fmla="*/ 42782 h 6255974"/>
              <a:gd name="connsiteX23" fmla="*/ 301554 w 11499601"/>
              <a:gd name="connsiteY23" fmla="*/ 42782 h 6255974"/>
              <a:gd name="connsiteX24" fmla="*/ 416464 w 11499601"/>
              <a:gd name="connsiteY24" fmla="*/ 36225 h 6255974"/>
              <a:gd name="connsiteX25" fmla="*/ 907723 w 11499601"/>
              <a:gd name="connsiteY25" fmla="*/ 29769 h 6255974"/>
              <a:gd name="connsiteX26" fmla="*/ 3989089 w 11499601"/>
              <a:gd name="connsiteY26" fmla="*/ 35153 h 6255974"/>
              <a:gd name="connsiteX27" fmla="*/ 9680053 w 11499601"/>
              <a:gd name="connsiteY27" fmla="*/ 5500 h 6255974"/>
              <a:gd name="connsiteX0" fmla="*/ 9680053 w 11499601"/>
              <a:gd name="connsiteY0" fmla="*/ 0 h 6250474"/>
              <a:gd name="connsiteX1" fmla="*/ 11263634 w 11499601"/>
              <a:gd name="connsiteY1" fmla="*/ 10894 h 6250474"/>
              <a:gd name="connsiteX2" fmla="*/ 11499601 w 11499601"/>
              <a:gd name="connsiteY2" fmla="*/ 5929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1172 w 11499601"/>
              <a:gd name="connsiteY3" fmla="*/ 31329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83635" y="5293"/>
                  <a:pt x="11499601" y="39374"/>
                </a:cubicBezTo>
                <a:lnTo>
                  <a:pt x="11491172" y="313290"/>
                </a:lnTo>
                <a:cubicBezTo>
                  <a:pt x="11491342" y="46951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63863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43" r:id="rId6"/>
    <p:sldLayoutId id="2147483739" r:id="rId7"/>
    <p:sldLayoutId id="2147483740" r:id="rId8"/>
    <p:sldLayoutId id="2147483741" r:id="rId9"/>
    <p:sldLayoutId id="2147483742" r:id="rId10"/>
    <p:sldLayoutId id="2147483744" r:id="rId11"/>
  </p:sldLayoutIdLst>
  <p:txStyles>
    <p:titleStyle>
      <a:lvl1pPr algn="l" defTabSz="914400" rtl="0" eaLnBrk="1" latinLnBrk="0" hangingPunct="1">
        <a:lnSpc>
          <a:spcPct val="100000"/>
        </a:lnSpc>
        <a:spcBef>
          <a:spcPct val="0"/>
        </a:spcBef>
        <a:buNone/>
        <a:defRPr sz="4800" b="1" kern="1200" spc="1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5" name="Rectangle 214">
            <a:extLst>
              <a:ext uri="{FF2B5EF4-FFF2-40B4-BE49-F238E27FC236}">
                <a16:creationId xmlns:a16="http://schemas.microsoft.com/office/drawing/2014/main" id="{63A1188B-F6D0-454F-8265-790DD27A8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ashion Designing Dress Sketch Images / Dress design drawing dress ...">
            <a:extLst>
              <a:ext uri="{FF2B5EF4-FFF2-40B4-BE49-F238E27FC236}">
                <a16:creationId xmlns:a16="http://schemas.microsoft.com/office/drawing/2014/main" id="{1C88F991-5B66-DA3A-6016-6122D521F77F}"/>
              </a:ext>
            </a:extLst>
          </p:cNvPr>
          <p:cNvPicPr>
            <a:picLocks noChangeAspect="1"/>
          </p:cNvPicPr>
          <p:nvPr/>
        </p:nvPicPr>
        <p:blipFill>
          <a:blip r:embed="rId3"/>
          <a:srcRect t="12231" b="17236"/>
          <a:stretch/>
        </p:blipFill>
        <p:spPr>
          <a:xfrm>
            <a:off x="20" y="10"/>
            <a:ext cx="12191980" cy="6857990"/>
          </a:xfrm>
          <a:prstGeom prst="rect">
            <a:avLst/>
          </a:prstGeom>
        </p:spPr>
      </p:pic>
      <p:sp>
        <p:nvSpPr>
          <p:cNvPr id="216" name="Freeform: Shape 215">
            <a:extLst>
              <a:ext uri="{FF2B5EF4-FFF2-40B4-BE49-F238E27FC236}">
                <a16:creationId xmlns:a16="http://schemas.microsoft.com/office/drawing/2014/main" id="{E1508670-65E0-4939-8E5D-98D071CA1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57046">
            <a:off x="573248" y="3706052"/>
            <a:ext cx="5987424" cy="3046181"/>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1601" h="725962">
                <a:moveTo>
                  <a:pt x="284667" y="725962"/>
                </a:moveTo>
                <a:cubicBezTo>
                  <a:pt x="313242" y="686910"/>
                  <a:pt x="340657" y="666797"/>
                  <a:pt x="430018" y="637285"/>
                </a:cubicBezTo>
                <a:cubicBezTo>
                  <a:pt x="519379" y="607773"/>
                  <a:pt x="700342" y="633664"/>
                  <a:pt x="820834" y="548891"/>
                </a:cubicBezTo>
                <a:cubicBezTo>
                  <a:pt x="941325" y="464119"/>
                  <a:pt x="978945" y="348264"/>
                  <a:pt x="954560" y="257809"/>
                </a:cubicBezTo>
                <a:cubicBezTo>
                  <a:pt x="930175" y="167354"/>
                  <a:pt x="880075" y="31018"/>
                  <a:pt x="674525" y="6158"/>
                </a:cubicBezTo>
                <a:cubicBezTo>
                  <a:pt x="468976" y="-18702"/>
                  <a:pt x="105460" y="25908"/>
                  <a:pt x="15300" y="247141"/>
                </a:cubicBezTo>
                <a:cubicBezTo>
                  <a:pt x="-20133" y="410209"/>
                  <a:pt x="-9465" y="576801"/>
                  <a:pt x="217325" y="651191"/>
                </a:cubicBezTo>
                <a:cubicBezTo>
                  <a:pt x="270475" y="669193"/>
                  <a:pt x="284667" y="725962"/>
                  <a:pt x="284667" y="725962"/>
                </a:cubicBezTo>
                <a:close/>
              </a:path>
            </a:pathLst>
          </a:custGeom>
          <a:solidFill>
            <a:schemeClr val="bg1"/>
          </a:solidFill>
          <a:ln w="19050"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BA680864-F353-4128-88F8-98E04FD76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57046">
            <a:off x="544220" y="3754346"/>
            <a:ext cx="5987424" cy="3046181"/>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1601" h="725962">
                <a:moveTo>
                  <a:pt x="284667" y="725962"/>
                </a:moveTo>
                <a:cubicBezTo>
                  <a:pt x="313242" y="686910"/>
                  <a:pt x="340657" y="666797"/>
                  <a:pt x="430018" y="637285"/>
                </a:cubicBezTo>
                <a:cubicBezTo>
                  <a:pt x="519379" y="607773"/>
                  <a:pt x="700342" y="633664"/>
                  <a:pt x="820834" y="548891"/>
                </a:cubicBezTo>
                <a:cubicBezTo>
                  <a:pt x="941325" y="464119"/>
                  <a:pt x="978945" y="348264"/>
                  <a:pt x="954560" y="257809"/>
                </a:cubicBezTo>
                <a:cubicBezTo>
                  <a:pt x="930175" y="167354"/>
                  <a:pt x="880075" y="31018"/>
                  <a:pt x="674525" y="6158"/>
                </a:cubicBezTo>
                <a:cubicBezTo>
                  <a:pt x="468976" y="-18702"/>
                  <a:pt x="105460" y="25908"/>
                  <a:pt x="15300" y="247141"/>
                </a:cubicBezTo>
                <a:cubicBezTo>
                  <a:pt x="-20133" y="410209"/>
                  <a:pt x="-9465" y="576801"/>
                  <a:pt x="217325" y="651191"/>
                </a:cubicBezTo>
                <a:cubicBezTo>
                  <a:pt x="270475" y="669193"/>
                  <a:pt x="284667" y="725962"/>
                  <a:pt x="284667" y="725962"/>
                </a:cubicBezTo>
                <a:close/>
              </a:path>
            </a:pathLst>
          </a:custGeom>
          <a:noFill/>
          <a:ln w="19050" cap="flat">
            <a:solidFill>
              <a:schemeClr val="tx1"/>
            </a:solidFill>
            <a:prstDash val="solid"/>
            <a:miter/>
          </a:ln>
        </p:spPr>
        <p:txBody>
          <a:bodyPr rtlCol="0" anchor="ctr"/>
          <a:lstStyle/>
          <a:p>
            <a:endParaRPr lang="en-US"/>
          </a:p>
        </p:txBody>
      </p:sp>
      <p:sp>
        <p:nvSpPr>
          <p:cNvPr id="2" name="Title 1"/>
          <p:cNvSpPr>
            <a:spLocks noGrp="1"/>
          </p:cNvSpPr>
          <p:nvPr>
            <p:ph type="ctrTitle"/>
          </p:nvPr>
        </p:nvSpPr>
        <p:spPr>
          <a:xfrm>
            <a:off x="858982" y="4044461"/>
            <a:ext cx="5112754" cy="1410919"/>
          </a:xfrm>
        </p:spPr>
        <p:txBody>
          <a:bodyPr vert="horz" lIns="91440" tIns="45720" rIns="91440" bIns="45720" rtlCol="0" anchor="ctr">
            <a:normAutofit/>
          </a:bodyPr>
          <a:lstStyle/>
          <a:p>
            <a:pPr>
              <a:lnSpc>
                <a:spcPct val="90000"/>
              </a:lnSpc>
            </a:pPr>
            <a:r>
              <a:rPr lang="en-US" sz="2800" dirty="0">
                <a:latin typeface="Menlo"/>
              </a:rPr>
              <a:t>ARIMA Model for Sales Forecasting</a:t>
            </a:r>
            <a:endParaRPr lang="en-US" sz="2800" dirty="0"/>
          </a:p>
        </p:txBody>
      </p:sp>
      <p:sp>
        <p:nvSpPr>
          <p:cNvPr id="3" name="Subtitle 2"/>
          <p:cNvSpPr>
            <a:spLocks noGrp="1"/>
          </p:cNvSpPr>
          <p:nvPr>
            <p:ph type="subTitle" idx="1"/>
          </p:nvPr>
        </p:nvSpPr>
        <p:spPr>
          <a:xfrm>
            <a:off x="1079863" y="5277316"/>
            <a:ext cx="4666789" cy="892500"/>
          </a:xfrm>
        </p:spPr>
        <p:txBody>
          <a:bodyPr vert="horz" lIns="91440" tIns="45720" rIns="91440" bIns="45720" rtlCol="0" anchor="ctr">
            <a:noAutofit/>
          </a:bodyPr>
          <a:lstStyle/>
          <a:p>
            <a:pPr algn="ctr">
              <a:lnSpc>
                <a:spcPct val="90000"/>
              </a:lnSpc>
            </a:pPr>
            <a:r>
              <a:rPr lang="en-US" sz="1100" b="0" dirty="0">
                <a:latin typeface="Bahnschrift"/>
              </a:rPr>
              <a:t>Key Insights and Results</a:t>
            </a:r>
            <a:endParaRPr lang="en-US" sz="1100">
              <a:latin typeface="Bahnschrift"/>
            </a:endParaRPr>
          </a:p>
          <a:p>
            <a:pPr algn="ctr">
              <a:lnSpc>
                <a:spcPct val="90000"/>
              </a:lnSpc>
            </a:pPr>
            <a:r>
              <a:rPr lang="en-US" sz="1100" b="0" dirty="0">
                <a:latin typeface="Bahnschrift"/>
              </a:rPr>
              <a:t>Komal Shahid</a:t>
            </a:r>
          </a:p>
          <a:p>
            <a:pPr algn="ctr">
              <a:lnSpc>
                <a:spcPct val="90000"/>
              </a:lnSpc>
            </a:pPr>
            <a:r>
              <a:rPr lang="en-US" sz="1100" b="0" dirty="0">
                <a:latin typeface="Bahnschrift"/>
              </a:rPr>
              <a:t>Aug 10, 2024</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6F8AE2-ADE1-4F2F-B0C5-43BA8AE69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29A89-2506-483B-9236-68D37C01B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3790" y="342900"/>
            <a:ext cx="11544419" cy="5975349"/>
          </a:xfrm>
          <a:custGeom>
            <a:avLst/>
            <a:gdLst>
              <a:gd name="connsiteX0" fmla="*/ 0 w 11609843"/>
              <a:gd name="connsiteY0" fmla="*/ 0 h 6047850"/>
              <a:gd name="connsiteX1" fmla="*/ 503107 w 11609843"/>
              <a:gd name="connsiteY1" fmla="*/ 0 h 6047850"/>
              <a:gd name="connsiteX2" fmla="*/ 503107 w 11609843"/>
              <a:gd name="connsiteY2" fmla="*/ 68747 h 6047850"/>
              <a:gd name="connsiteX3" fmla="*/ 8800521 w 11609843"/>
              <a:gd name="connsiteY3" fmla="*/ 65641 h 6047850"/>
              <a:gd name="connsiteX4" fmla="*/ 10133387 w 11609843"/>
              <a:gd name="connsiteY4" fmla="*/ 52165 h 6047850"/>
              <a:gd name="connsiteX5" fmla="*/ 11522733 w 11609843"/>
              <a:gd name="connsiteY5" fmla="*/ 45639 h 6047850"/>
              <a:gd name="connsiteX6" fmla="*/ 11558343 w 11609843"/>
              <a:gd name="connsiteY6" fmla="*/ 2582755 h 6047850"/>
              <a:gd name="connsiteX7" fmla="*/ 11609369 w 11609843"/>
              <a:gd name="connsiteY7" fmla="*/ 5347771 h 6047850"/>
              <a:gd name="connsiteX8" fmla="*/ 11576881 w 11609843"/>
              <a:gd name="connsiteY8" fmla="*/ 6047850 h 6047850"/>
              <a:gd name="connsiteX9" fmla="*/ 10387601 w 11609843"/>
              <a:gd name="connsiteY9" fmla="*/ 6036630 h 6047850"/>
              <a:gd name="connsiteX10" fmla="*/ 10387601 w 11609843"/>
              <a:gd name="connsiteY10" fmla="*/ 6028294 h 6047850"/>
              <a:gd name="connsiteX11" fmla="*/ 7568082 w 11609843"/>
              <a:gd name="connsiteY11" fmla="*/ 6036460 h 6047850"/>
              <a:gd name="connsiteX12" fmla="*/ 216206 w 11609843"/>
              <a:gd name="connsiteY12" fmla="*/ 6028917 h 6047850"/>
              <a:gd name="connsiteX13" fmla="*/ 83401 w 11609843"/>
              <a:gd name="connsiteY13" fmla="*/ 5317158 h 6047850"/>
              <a:gd name="connsiteX14" fmla="*/ 47387 w 11609843"/>
              <a:gd name="connsiteY14" fmla="*/ 3179765 h 6047850"/>
              <a:gd name="connsiteX15" fmla="*/ 251 w 11609843"/>
              <a:gd name="connsiteY15" fmla="*/ 1049960 h 6047850"/>
              <a:gd name="connsiteX16" fmla="*/ 132 w 11609843"/>
              <a:gd name="connsiteY16" fmla="*/ 949677 h 6047850"/>
              <a:gd name="connsiteX17" fmla="*/ 0 w 11609843"/>
              <a:gd name="connsiteY17" fmla="*/ 949677 h 6047850"/>
              <a:gd name="connsiteX0" fmla="*/ 0 w 11609843"/>
              <a:gd name="connsiteY0" fmla="*/ 0 h 6047850"/>
              <a:gd name="connsiteX1" fmla="*/ 503107 w 11609843"/>
              <a:gd name="connsiteY1" fmla="*/ 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570425 w 11609843"/>
              <a:gd name="connsiteY1" fmla="*/ 89757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749939 w 11609843"/>
              <a:gd name="connsiteY1" fmla="*/ 1122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749939 w 11609843"/>
              <a:gd name="connsiteY1" fmla="*/ 1122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0 h 6047850"/>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251 w 11609843"/>
              <a:gd name="connsiteY14" fmla="*/ 1066391 h 6064281"/>
              <a:gd name="connsiteX15" fmla="*/ 132 w 11609843"/>
              <a:gd name="connsiteY15" fmla="*/ 966108 h 6064281"/>
              <a:gd name="connsiteX16" fmla="*/ 0 w 11609843"/>
              <a:gd name="connsiteY16" fmla="*/ 16431 h 6064281"/>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132 w 11609843"/>
              <a:gd name="connsiteY14" fmla="*/ 966108 h 6064281"/>
              <a:gd name="connsiteX15" fmla="*/ 0 w 11609843"/>
              <a:gd name="connsiteY15" fmla="*/ 16431 h 6064281"/>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59056 w 11609843"/>
              <a:gd name="connsiteY11" fmla="*/ 6045349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59056 w 11609843"/>
              <a:gd name="connsiteY11" fmla="*/ 6045349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78333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7568082 w 11609843"/>
              <a:gd name="connsiteY9" fmla="*/ 6062628 h 6074018"/>
              <a:gd name="connsiteX10" fmla="*/ 137076 w 11609843"/>
              <a:gd name="connsiteY10" fmla="*/ 6055087 h 6074018"/>
              <a:gd name="connsiteX11" fmla="*/ 83401 w 11609843"/>
              <a:gd name="connsiteY11" fmla="*/ 5343326 h 6074018"/>
              <a:gd name="connsiteX12" fmla="*/ 47387 w 11609843"/>
              <a:gd name="connsiteY12" fmla="*/ 3205933 h 6074018"/>
              <a:gd name="connsiteX13" fmla="*/ 33791 w 11609843"/>
              <a:gd name="connsiteY13" fmla="*/ 1065602 h 6074018"/>
              <a:gd name="connsiteX14" fmla="*/ 0 w 11609843"/>
              <a:gd name="connsiteY14"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7568082 w 11609843"/>
              <a:gd name="connsiteY8" fmla="*/ 6062628 h 6074018"/>
              <a:gd name="connsiteX9" fmla="*/ 137076 w 11609843"/>
              <a:gd name="connsiteY9" fmla="*/ 6055087 h 6074018"/>
              <a:gd name="connsiteX10" fmla="*/ 83401 w 11609843"/>
              <a:gd name="connsiteY10" fmla="*/ 5343326 h 6074018"/>
              <a:gd name="connsiteX11" fmla="*/ 47387 w 11609843"/>
              <a:gd name="connsiteY11" fmla="*/ 3205933 h 6074018"/>
              <a:gd name="connsiteX12" fmla="*/ 33791 w 11609843"/>
              <a:gd name="connsiteY12" fmla="*/ 1065602 h 6074018"/>
              <a:gd name="connsiteX13" fmla="*/ 0 w 11609843"/>
              <a:gd name="connsiteY13"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7568082 w 11609843"/>
              <a:gd name="connsiteY8" fmla="*/ 6062628 h 6074018"/>
              <a:gd name="connsiteX9" fmla="*/ 137076 w 11609843"/>
              <a:gd name="connsiteY9" fmla="*/ 6055087 h 6074018"/>
              <a:gd name="connsiteX10" fmla="*/ 83401 w 11609843"/>
              <a:gd name="connsiteY10" fmla="*/ 5343326 h 6074018"/>
              <a:gd name="connsiteX11" fmla="*/ 47387 w 11609843"/>
              <a:gd name="connsiteY11" fmla="*/ 3205933 h 6074018"/>
              <a:gd name="connsiteX12" fmla="*/ 33791 w 11609843"/>
              <a:gd name="connsiteY12" fmla="*/ 1065602 h 6074018"/>
              <a:gd name="connsiteX13" fmla="*/ 0 w 11609843"/>
              <a:gd name="connsiteY13" fmla="*/ 26168 h 6074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09843" h="6074018">
                <a:moveTo>
                  <a:pt x="0" y="26168"/>
                </a:moveTo>
                <a:cubicBezTo>
                  <a:pt x="115344" y="-14971"/>
                  <a:pt x="509898" y="3750"/>
                  <a:pt x="759878" y="7490"/>
                </a:cubicBezTo>
                <a:lnTo>
                  <a:pt x="8811740" y="58150"/>
                </a:lnTo>
                <a:lnTo>
                  <a:pt x="10133387" y="58400"/>
                </a:lnTo>
                <a:lnTo>
                  <a:pt x="11522733" y="71807"/>
                </a:lnTo>
                <a:cubicBezTo>
                  <a:pt x="11582162" y="374233"/>
                  <a:pt x="11479781" y="1701284"/>
                  <a:pt x="11558343" y="2608923"/>
                </a:cubicBezTo>
                <a:cubicBezTo>
                  <a:pt x="11557823" y="3490742"/>
                  <a:pt x="11615629" y="4798293"/>
                  <a:pt x="11609369" y="5373939"/>
                </a:cubicBezTo>
                <a:cubicBezTo>
                  <a:pt x="11598540" y="5607299"/>
                  <a:pt x="11617528" y="6000117"/>
                  <a:pt x="11576881" y="6074018"/>
                </a:cubicBezTo>
                <a:cubicBezTo>
                  <a:pt x="10280371" y="6040323"/>
                  <a:pt x="8904348" y="6066425"/>
                  <a:pt x="7568082" y="6062628"/>
                </a:cubicBezTo>
                <a:lnTo>
                  <a:pt x="137076" y="6055087"/>
                </a:lnTo>
                <a:cubicBezTo>
                  <a:pt x="63429" y="6063027"/>
                  <a:pt x="98349" y="5818185"/>
                  <a:pt x="83401" y="5343326"/>
                </a:cubicBezTo>
                <a:cubicBezTo>
                  <a:pt x="68453" y="4868467"/>
                  <a:pt x="74700" y="4080309"/>
                  <a:pt x="47387" y="3205933"/>
                </a:cubicBezTo>
                <a:cubicBezTo>
                  <a:pt x="33509" y="2478020"/>
                  <a:pt x="41689" y="1595563"/>
                  <a:pt x="33791" y="1065602"/>
                </a:cubicBezTo>
                <a:lnTo>
                  <a:pt x="0" y="26168"/>
                </a:ln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340DAB-7A6E-D250-F6FD-87FDEEC9D8A7}"/>
              </a:ext>
            </a:extLst>
          </p:cNvPr>
          <p:cNvSpPr>
            <a:spLocks noGrp="1"/>
          </p:cNvSpPr>
          <p:nvPr>
            <p:ph type="title"/>
          </p:nvPr>
        </p:nvSpPr>
        <p:spPr>
          <a:xfrm>
            <a:off x="1707687" y="4765780"/>
            <a:ext cx="8889663" cy="1235348"/>
          </a:xfrm>
        </p:spPr>
        <p:txBody>
          <a:bodyPr>
            <a:normAutofit/>
          </a:bodyPr>
          <a:lstStyle/>
          <a:p>
            <a:pPr algn="ctr"/>
            <a:r>
              <a:rPr lang="en-US"/>
              <a:t>Project Details</a:t>
            </a:r>
          </a:p>
        </p:txBody>
      </p:sp>
      <p:graphicFrame>
        <p:nvGraphicFramePr>
          <p:cNvPr id="5" name="Content Placeholder 2">
            <a:extLst>
              <a:ext uri="{FF2B5EF4-FFF2-40B4-BE49-F238E27FC236}">
                <a16:creationId xmlns:a16="http://schemas.microsoft.com/office/drawing/2014/main" id="{8F1E29F4-EC91-8FB6-12AC-F1766172E791}"/>
              </a:ext>
            </a:extLst>
          </p:cNvPr>
          <p:cNvGraphicFramePr>
            <a:graphicFrameLocks noGrp="1"/>
          </p:cNvGraphicFramePr>
          <p:nvPr>
            <p:ph idx="1"/>
            <p:extLst>
              <p:ext uri="{D42A27DB-BD31-4B8C-83A1-F6EECF244321}">
                <p14:modId xmlns:p14="http://schemas.microsoft.com/office/powerpoint/2010/main" val="78069884"/>
              </p:ext>
            </p:extLst>
          </p:nvPr>
        </p:nvGraphicFramePr>
        <p:xfrm>
          <a:off x="929481" y="389468"/>
          <a:ext cx="10333037" cy="3827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428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6" name="Rectangle 115">
            <a:extLst>
              <a:ext uri="{FF2B5EF4-FFF2-40B4-BE49-F238E27FC236}">
                <a16:creationId xmlns:a16="http://schemas.microsoft.com/office/drawing/2014/main" id="{3D6A03ED-7B7A-4C88-8FFC-A4D862447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85CED-8133-CB7F-F141-C030509ABAAD}"/>
              </a:ext>
            </a:extLst>
          </p:cNvPr>
          <p:cNvSpPr>
            <a:spLocks noGrp="1"/>
          </p:cNvSpPr>
          <p:nvPr>
            <p:ph type="title"/>
          </p:nvPr>
        </p:nvSpPr>
        <p:spPr>
          <a:xfrm>
            <a:off x="7670015" y="747906"/>
            <a:ext cx="3811205" cy="2058793"/>
          </a:xfrm>
        </p:spPr>
        <p:txBody>
          <a:bodyPr>
            <a:normAutofit/>
          </a:bodyPr>
          <a:lstStyle/>
          <a:p>
            <a:pPr algn="ctr"/>
            <a:r>
              <a:rPr lang="en-US">
                <a:ea typeface="+mj-lt"/>
                <a:cs typeface="+mj-lt"/>
              </a:rPr>
              <a:t>Data Exploration</a:t>
            </a:r>
            <a:endParaRPr lang="en-US"/>
          </a:p>
        </p:txBody>
      </p:sp>
      <p:sp>
        <p:nvSpPr>
          <p:cNvPr id="117" name="Freeform: Shape 116">
            <a:extLst>
              <a:ext uri="{FF2B5EF4-FFF2-40B4-BE49-F238E27FC236}">
                <a16:creationId xmlns:a16="http://schemas.microsoft.com/office/drawing/2014/main" id="{53975754-B125-4FFC-9140-F88A16E3D0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79013" y="303198"/>
            <a:ext cx="6631387" cy="5959786"/>
          </a:xfrm>
          <a:custGeom>
            <a:avLst/>
            <a:gdLst>
              <a:gd name="connsiteX0" fmla="*/ 7142118 w 7680682"/>
              <a:gd name="connsiteY0" fmla="*/ 6405352 h 6405386"/>
              <a:gd name="connsiteX1" fmla="*/ 6552830 w 7680682"/>
              <a:gd name="connsiteY1" fmla="*/ 6396252 h 6405386"/>
              <a:gd name="connsiteX2" fmla="*/ 987782 w 7680682"/>
              <a:gd name="connsiteY2" fmla="*/ 6365722 h 6405386"/>
              <a:gd name="connsiteX3" fmla="*/ 0 w 7680682"/>
              <a:gd name="connsiteY3" fmla="*/ 6336938 h 6405386"/>
              <a:gd name="connsiteX4" fmla="*/ 0 w 7680682"/>
              <a:gd name="connsiteY4" fmla="*/ 32372 h 6405386"/>
              <a:gd name="connsiteX5" fmla="*/ 157934 w 7680682"/>
              <a:gd name="connsiteY5" fmla="*/ 32797 h 6405386"/>
              <a:gd name="connsiteX6" fmla="*/ 6431319 w 7680682"/>
              <a:gd name="connsiteY6" fmla="*/ 0 h 6405386"/>
              <a:gd name="connsiteX7" fmla="*/ 7631470 w 7680682"/>
              <a:gd name="connsiteY7" fmla="*/ 30531 h 6405386"/>
              <a:gd name="connsiteX8" fmla="*/ 7560032 w 7680682"/>
              <a:gd name="connsiteY8" fmla="*/ 6274128 h 6405386"/>
              <a:gd name="connsiteX9" fmla="*/ 7394324 w 7680682"/>
              <a:gd name="connsiteY9" fmla="*/ 6402154 h 6405386"/>
              <a:gd name="connsiteX10" fmla="*/ 7142118 w 7680682"/>
              <a:gd name="connsiteY10" fmla="*/ 6405352 h 6405386"/>
              <a:gd name="connsiteX0" fmla="*/ 7142118 w 7631470"/>
              <a:gd name="connsiteY0" fmla="*/ 6405352 h 6405386"/>
              <a:gd name="connsiteX1" fmla="*/ 6552830 w 7631470"/>
              <a:gd name="connsiteY1" fmla="*/ 6396252 h 6405386"/>
              <a:gd name="connsiteX2" fmla="*/ 987782 w 7631470"/>
              <a:gd name="connsiteY2" fmla="*/ 6365722 h 6405386"/>
              <a:gd name="connsiteX3" fmla="*/ 0 w 7631470"/>
              <a:gd name="connsiteY3" fmla="*/ 6336938 h 6405386"/>
              <a:gd name="connsiteX4" fmla="*/ 0 w 7631470"/>
              <a:gd name="connsiteY4" fmla="*/ 32372 h 6405386"/>
              <a:gd name="connsiteX5" fmla="*/ 157934 w 7631470"/>
              <a:gd name="connsiteY5" fmla="*/ 32797 h 6405386"/>
              <a:gd name="connsiteX6" fmla="*/ 6431319 w 7631470"/>
              <a:gd name="connsiteY6" fmla="*/ 0 h 6405386"/>
              <a:gd name="connsiteX7" fmla="*/ 7631470 w 7631470"/>
              <a:gd name="connsiteY7" fmla="*/ 30531 h 6405386"/>
              <a:gd name="connsiteX8" fmla="*/ 7560032 w 7631470"/>
              <a:gd name="connsiteY8" fmla="*/ 6274128 h 6405386"/>
              <a:gd name="connsiteX9" fmla="*/ 7394324 w 7631470"/>
              <a:gd name="connsiteY9" fmla="*/ 6402154 h 6405386"/>
              <a:gd name="connsiteX10" fmla="*/ 7142118 w 7631470"/>
              <a:gd name="connsiteY10" fmla="*/ 6405352 h 6405386"/>
              <a:gd name="connsiteX0" fmla="*/ 7154766 w 7644118"/>
              <a:gd name="connsiteY0" fmla="*/ 6405352 h 6405386"/>
              <a:gd name="connsiteX1" fmla="*/ 6565478 w 7644118"/>
              <a:gd name="connsiteY1" fmla="*/ 6396252 h 6405386"/>
              <a:gd name="connsiteX2" fmla="*/ 1000430 w 7644118"/>
              <a:gd name="connsiteY2" fmla="*/ 6365722 h 6405386"/>
              <a:gd name="connsiteX3" fmla="*/ 0 w 7644118"/>
              <a:gd name="connsiteY3" fmla="*/ 6324387 h 6405386"/>
              <a:gd name="connsiteX4" fmla="*/ 12648 w 7644118"/>
              <a:gd name="connsiteY4" fmla="*/ 32372 h 6405386"/>
              <a:gd name="connsiteX5" fmla="*/ 170582 w 7644118"/>
              <a:gd name="connsiteY5" fmla="*/ 32797 h 6405386"/>
              <a:gd name="connsiteX6" fmla="*/ 6443967 w 7644118"/>
              <a:gd name="connsiteY6" fmla="*/ 0 h 6405386"/>
              <a:gd name="connsiteX7" fmla="*/ 7644118 w 7644118"/>
              <a:gd name="connsiteY7" fmla="*/ 30531 h 6405386"/>
              <a:gd name="connsiteX8" fmla="*/ 7572680 w 7644118"/>
              <a:gd name="connsiteY8" fmla="*/ 6274128 h 6405386"/>
              <a:gd name="connsiteX9" fmla="*/ 7406972 w 7644118"/>
              <a:gd name="connsiteY9" fmla="*/ 6402154 h 6405386"/>
              <a:gd name="connsiteX10" fmla="*/ 7154766 w 7644118"/>
              <a:gd name="connsiteY10" fmla="*/ 6405352 h 6405386"/>
              <a:gd name="connsiteX0" fmla="*/ 7167747 w 7657099"/>
              <a:gd name="connsiteY0" fmla="*/ 6405352 h 6405386"/>
              <a:gd name="connsiteX1" fmla="*/ 6578459 w 7657099"/>
              <a:gd name="connsiteY1" fmla="*/ 6396252 h 6405386"/>
              <a:gd name="connsiteX2" fmla="*/ 1013411 w 7657099"/>
              <a:gd name="connsiteY2" fmla="*/ 6365722 h 6405386"/>
              <a:gd name="connsiteX3" fmla="*/ 12981 w 7657099"/>
              <a:gd name="connsiteY3" fmla="*/ 6324387 h 6405386"/>
              <a:gd name="connsiteX4" fmla="*/ 25629 w 7657099"/>
              <a:gd name="connsiteY4" fmla="*/ 32372 h 6405386"/>
              <a:gd name="connsiteX5" fmla="*/ 183563 w 7657099"/>
              <a:gd name="connsiteY5" fmla="*/ 32797 h 6405386"/>
              <a:gd name="connsiteX6" fmla="*/ 6456948 w 7657099"/>
              <a:gd name="connsiteY6" fmla="*/ 0 h 6405386"/>
              <a:gd name="connsiteX7" fmla="*/ 7657099 w 7657099"/>
              <a:gd name="connsiteY7" fmla="*/ 30531 h 6405386"/>
              <a:gd name="connsiteX8" fmla="*/ 7585661 w 7657099"/>
              <a:gd name="connsiteY8" fmla="*/ 6274128 h 6405386"/>
              <a:gd name="connsiteX9" fmla="*/ 7419953 w 7657099"/>
              <a:gd name="connsiteY9" fmla="*/ 6402154 h 6405386"/>
              <a:gd name="connsiteX10" fmla="*/ 7167747 w 7657099"/>
              <a:gd name="connsiteY10" fmla="*/ 6405352 h 6405386"/>
              <a:gd name="connsiteX0" fmla="*/ 7236700 w 7726052"/>
              <a:gd name="connsiteY0" fmla="*/ 6405352 h 6405386"/>
              <a:gd name="connsiteX1" fmla="*/ 6647412 w 7726052"/>
              <a:gd name="connsiteY1" fmla="*/ 6396252 h 6405386"/>
              <a:gd name="connsiteX2" fmla="*/ 1082364 w 7726052"/>
              <a:gd name="connsiteY2" fmla="*/ 6365722 h 6405386"/>
              <a:gd name="connsiteX3" fmla="*/ 6051 w 7726052"/>
              <a:gd name="connsiteY3" fmla="*/ 6324387 h 6405386"/>
              <a:gd name="connsiteX4" fmla="*/ 94582 w 7726052"/>
              <a:gd name="connsiteY4" fmla="*/ 32372 h 6405386"/>
              <a:gd name="connsiteX5" fmla="*/ 252516 w 7726052"/>
              <a:gd name="connsiteY5" fmla="*/ 32797 h 6405386"/>
              <a:gd name="connsiteX6" fmla="*/ 6525901 w 7726052"/>
              <a:gd name="connsiteY6" fmla="*/ 0 h 6405386"/>
              <a:gd name="connsiteX7" fmla="*/ 7726052 w 7726052"/>
              <a:gd name="connsiteY7" fmla="*/ 30531 h 6405386"/>
              <a:gd name="connsiteX8" fmla="*/ 7654614 w 7726052"/>
              <a:gd name="connsiteY8" fmla="*/ 6274128 h 6405386"/>
              <a:gd name="connsiteX9" fmla="*/ 7488906 w 7726052"/>
              <a:gd name="connsiteY9" fmla="*/ 6402154 h 6405386"/>
              <a:gd name="connsiteX10" fmla="*/ 7236700 w 7726052"/>
              <a:gd name="connsiteY10" fmla="*/ 6405352 h 6405386"/>
              <a:gd name="connsiteX0" fmla="*/ 7240058 w 7729410"/>
              <a:gd name="connsiteY0" fmla="*/ 6405352 h 6405386"/>
              <a:gd name="connsiteX1" fmla="*/ 6650770 w 7729410"/>
              <a:gd name="connsiteY1" fmla="*/ 6396252 h 6405386"/>
              <a:gd name="connsiteX2" fmla="*/ 1085722 w 7729410"/>
              <a:gd name="connsiteY2" fmla="*/ 6365722 h 6405386"/>
              <a:gd name="connsiteX3" fmla="*/ 9409 w 7729410"/>
              <a:gd name="connsiteY3" fmla="*/ 6324387 h 6405386"/>
              <a:gd name="connsiteX4" fmla="*/ 47351 w 7729410"/>
              <a:gd name="connsiteY4" fmla="*/ 32372 h 6405386"/>
              <a:gd name="connsiteX5" fmla="*/ 255874 w 7729410"/>
              <a:gd name="connsiteY5" fmla="*/ 32797 h 6405386"/>
              <a:gd name="connsiteX6" fmla="*/ 6529259 w 7729410"/>
              <a:gd name="connsiteY6" fmla="*/ 0 h 6405386"/>
              <a:gd name="connsiteX7" fmla="*/ 7729410 w 7729410"/>
              <a:gd name="connsiteY7" fmla="*/ 30531 h 6405386"/>
              <a:gd name="connsiteX8" fmla="*/ 7657972 w 7729410"/>
              <a:gd name="connsiteY8" fmla="*/ 6274128 h 6405386"/>
              <a:gd name="connsiteX9" fmla="*/ 7492264 w 7729410"/>
              <a:gd name="connsiteY9" fmla="*/ 6402154 h 6405386"/>
              <a:gd name="connsiteX10" fmla="*/ 7240058 w 7729410"/>
              <a:gd name="connsiteY10" fmla="*/ 6405352 h 64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9410" h="6405386">
                <a:moveTo>
                  <a:pt x="7240058" y="6405352"/>
                </a:moveTo>
                <a:cubicBezTo>
                  <a:pt x="7065297" y="6404963"/>
                  <a:pt x="6846319" y="6401325"/>
                  <a:pt x="6650770" y="6396252"/>
                </a:cubicBezTo>
                <a:lnTo>
                  <a:pt x="1085722" y="6365722"/>
                </a:lnTo>
                <a:lnTo>
                  <a:pt x="9409" y="6324387"/>
                </a:lnTo>
                <a:cubicBezTo>
                  <a:pt x="-24317" y="4214496"/>
                  <a:pt x="43135" y="2129710"/>
                  <a:pt x="47351" y="32372"/>
                </a:cubicBezTo>
                <a:lnTo>
                  <a:pt x="255874" y="32797"/>
                </a:lnTo>
                <a:lnTo>
                  <a:pt x="6529259" y="0"/>
                </a:lnTo>
                <a:cubicBezTo>
                  <a:pt x="7029322" y="30531"/>
                  <a:pt x="7386510" y="-1"/>
                  <a:pt x="7729410" y="30531"/>
                </a:cubicBezTo>
                <a:cubicBezTo>
                  <a:pt x="7707716" y="2585987"/>
                  <a:pt x="7753223" y="4971471"/>
                  <a:pt x="7657972" y="6274128"/>
                </a:cubicBezTo>
                <a:cubicBezTo>
                  <a:pt x="7649782" y="6434165"/>
                  <a:pt x="7656570" y="6381800"/>
                  <a:pt x="7492264" y="6402154"/>
                </a:cubicBezTo>
                <a:cubicBezTo>
                  <a:pt x="7433854" y="6404650"/>
                  <a:pt x="7344915" y="6405586"/>
                  <a:pt x="7240058" y="6405352"/>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pie chart with different colored circles&#10;&#10;Description automatically generated">
            <a:extLst>
              <a:ext uri="{FF2B5EF4-FFF2-40B4-BE49-F238E27FC236}">
                <a16:creationId xmlns:a16="http://schemas.microsoft.com/office/drawing/2014/main" id="{47A1D7FC-4A8F-9E30-CA46-483DB16AA6B4}"/>
              </a:ext>
            </a:extLst>
          </p:cNvPr>
          <p:cNvPicPr>
            <a:picLocks noChangeAspect="1"/>
          </p:cNvPicPr>
          <p:nvPr/>
        </p:nvPicPr>
        <p:blipFill>
          <a:blip r:embed="rId3"/>
          <a:srcRect t="6355" r="-3" b="6352"/>
          <a:stretch/>
        </p:blipFill>
        <p:spPr>
          <a:xfrm>
            <a:off x="613671" y="543490"/>
            <a:ext cx="6162050" cy="5530980"/>
          </a:xfrm>
          <a:prstGeom prst="rect">
            <a:avLst/>
          </a:prstGeom>
        </p:spPr>
      </p:pic>
      <p:sp>
        <p:nvSpPr>
          <p:cNvPr id="3" name="Content Placeholder 2">
            <a:extLst>
              <a:ext uri="{FF2B5EF4-FFF2-40B4-BE49-F238E27FC236}">
                <a16:creationId xmlns:a16="http://schemas.microsoft.com/office/drawing/2014/main" id="{270B6468-9227-E2A3-6830-80EAEE351D18}"/>
              </a:ext>
            </a:extLst>
          </p:cNvPr>
          <p:cNvSpPr>
            <a:spLocks noGrp="1"/>
          </p:cNvSpPr>
          <p:nvPr>
            <p:ph idx="1"/>
          </p:nvPr>
        </p:nvSpPr>
        <p:spPr>
          <a:xfrm>
            <a:off x="7674900" y="2997200"/>
            <a:ext cx="3768403" cy="3216713"/>
          </a:xfrm>
        </p:spPr>
        <p:txBody>
          <a:bodyPr vert="horz" lIns="91440" tIns="45720" rIns="91440" bIns="45720" rtlCol="0" anchor="ctr">
            <a:normAutofit/>
          </a:bodyPr>
          <a:lstStyle/>
          <a:p>
            <a:pPr algn="ctr">
              <a:lnSpc>
                <a:spcPct val="90000"/>
              </a:lnSpc>
            </a:pPr>
            <a:endParaRPr lang="en-US" sz="1800" b="0">
              <a:latin typeface="Bahnschrift Light"/>
            </a:endParaRPr>
          </a:p>
          <a:p>
            <a:pPr marL="285750" indent="-285750" algn="ctr">
              <a:lnSpc>
                <a:spcPct val="90000"/>
              </a:lnSpc>
              <a:buFont typeface="Arial"/>
              <a:buChar char="•"/>
            </a:pPr>
            <a:r>
              <a:rPr lang="en-US" sz="1800">
                <a:latin typeface="Bahnschrift Light"/>
                <a:ea typeface="+mn-lt"/>
                <a:cs typeface="+mn-lt"/>
              </a:rPr>
              <a:t>Explored attributes</a:t>
            </a:r>
            <a:r>
              <a:rPr lang="en-US" sz="1800" b="0">
                <a:latin typeface="Bahnschrift Light"/>
                <a:ea typeface="+mn-lt"/>
                <a:cs typeface="+mn-lt"/>
              </a:rPr>
              <a:t> data: style, price, rating, size, seasons, etc.</a:t>
            </a:r>
            <a:endParaRPr lang="en-US" sz="1800" b="0">
              <a:latin typeface="Bahnschrift Light"/>
            </a:endParaRPr>
          </a:p>
          <a:p>
            <a:pPr marL="285750" indent="-285750" algn="ctr">
              <a:lnSpc>
                <a:spcPct val="90000"/>
              </a:lnSpc>
              <a:buFont typeface="Arial"/>
              <a:buChar char="•"/>
            </a:pPr>
            <a:r>
              <a:rPr lang="en-US" sz="1800">
                <a:latin typeface="Bahnschrift Light"/>
                <a:ea typeface="+mn-lt"/>
                <a:cs typeface="+mn-lt"/>
              </a:rPr>
              <a:t>Identified data types</a:t>
            </a:r>
            <a:r>
              <a:rPr lang="en-US" sz="1800" b="0">
                <a:latin typeface="Bahnschrift Light"/>
                <a:ea typeface="+mn-lt"/>
                <a:cs typeface="+mn-lt"/>
              </a:rPr>
              <a:t> (numeric, categorical) and missing values.</a:t>
            </a:r>
            <a:endParaRPr lang="en-US" sz="1800" b="0">
              <a:latin typeface="Bahnschrift Light"/>
            </a:endParaRPr>
          </a:p>
          <a:p>
            <a:pPr marL="285750" indent="-285750" algn="ctr">
              <a:lnSpc>
                <a:spcPct val="90000"/>
              </a:lnSpc>
              <a:buFont typeface="Arial"/>
              <a:buChar char="•"/>
            </a:pPr>
            <a:r>
              <a:rPr lang="en-US" sz="1800">
                <a:latin typeface="Bahnschrift Light"/>
                <a:ea typeface="+mn-lt"/>
                <a:cs typeface="+mn-lt"/>
              </a:rPr>
              <a:t>Analyzed </a:t>
            </a:r>
            <a:r>
              <a:rPr lang="en-US" sz="1800" b="0">
                <a:latin typeface="Bahnschrift Light"/>
                <a:ea typeface="+mn-lt"/>
                <a:cs typeface="+mn-lt"/>
              </a:rPr>
              <a:t>sales data across different seasons </a:t>
            </a:r>
            <a:r>
              <a:rPr lang="en-US" sz="1800" b="0" i="1">
                <a:latin typeface="Bahnschrift Light"/>
                <a:ea typeface="+mn-lt"/>
                <a:cs typeface="+mn-lt"/>
              </a:rPr>
              <a:t>(summer, autumn, winter, spring).</a:t>
            </a:r>
            <a:endParaRPr lang="en-US" sz="1800" b="0" i="1">
              <a:latin typeface="Bahnschrift Light"/>
            </a:endParaRPr>
          </a:p>
          <a:p>
            <a:pPr algn="ctr">
              <a:lnSpc>
                <a:spcPct val="90000"/>
              </a:lnSpc>
            </a:pPr>
            <a:endParaRPr lang="en-US" sz="1800" b="0">
              <a:latin typeface="Bahnschrift Light"/>
            </a:endParaRPr>
          </a:p>
        </p:txBody>
      </p:sp>
    </p:spTree>
    <p:extLst>
      <p:ext uri="{BB962C8B-B14F-4D97-AF65-F5344CB8AC3E}">
        <p14:creationId xmlns:p14="http://schemas.microsoft.com/office/powerpoint/2010/main" val="252896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F6F8AE2-ADE1-4F2F-B0C5-43BA8AE69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9229A89-2506-483B-9236-68D37C01B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3790" y="342900"/>
            <a:ext cx="11544419" cy="5975349"/>
          </a:xfrm>
          <a:custGeom>
            <a:avLst/>
            <a:gdLst>
              <a:gd name="connsiteX0" fmla="*/ 0 w 11609843"/>
              <a:gd name="connsiteY0" fmla="*/ 0 h 6047850"/>
              <a:gd name="connsiteX1" fmla="*/ 503107 w 11609843"/>
              <a:gd name="connsiteY1" fmla="*/ 0 h 6047850"/>
              <a:gd name="connsiteX2" fmla="*/ 503107 w 11609843"/>
              <a:gd name="connsiteY2" fmla="*/ 68747 h 6047850"/>
              <a:gd name="connsiteX3" fmla="*/ 8800521 w 11609843"/>
              <a:gd name="connsiteY3" fmla="*/ 65641 h 6047850"/>
              <a:gd name="connsiteX4" fmla="*/ 10133387 w 11609843"/>
              <a:gd name="connsiteY4" fmla="*/ 52165 h 6047850"/>
              <a:gd name="connsiteX5" fmla="*/ 11522733 w 11609843"/>
              <a:gd name="connsiteY5" fmla="*/ 45639 h 6047850"/>
              <a:gd name="connsiteX6" fmla="*/ 11558343 w 11609843"/>
              <a:gd name="connsiteY6" fmla="*/ 2582755 h 6047850"/>
              <a:gd name="connsiteX7" fmla="*/ 11609369 w 11609843"/>
              <a:gd name="connsiteY7" fmla="*/ 5347771 h 6047850"/>
              <a:gd name="connsiteX8" fmla="*/ 11576881 w 11609843"/>
              <a:gd name="connsiteY8" fmla="*/ 6047850 h 6047850"/>
              <a:gd name="connsiteX9" fmla="*/ 10387601 w 11609843"/>
              <a:gd name="connsiteY9" fmla="*/ 6036630 h 6047850"/>
              <a:gd name="connsiteX10" fmla="*/ 10387601 w 11609843"/>
              <a:gd name="connsiteY10" fmla="*/ 6028294 h 6047850"/>
              <a:gd name="connsiteX11" fmla="*/ 7568082 w 11609843"/>
              <a:gd name="connsiteY11" fmla="*/ 6036460 h 6047850"/>
              <a:gd name="connsiteX12" fmla="*/ 216206 w 11609843"/>
              <a:gd name="connsiteY12" fmla="*/ 6028917 h 6047850"/>
              <a:gd name="connsiteX13" fmla="*/ 83401 w 11609843"/>
              <a:gd name="connsiteY13" fmla="*/ 5317158 h 6047850"/>
              <a:gd name="connsiteX14" fmla="*/ 47387 w 11609843"/>
              <a:gd name="connsiteY14" fmla="*/ 3179765 h 6047850"/>
              <a:gd name="connsiteX15" fmla="*/ 251 w 11609843"/>
              <a:gd name="connsiteY15" fmla="*/ 1049960 h 6047850"/>
              <a:gd name="connsiteX16" fmla="*/ 132 w 11609843"/>
              <a:gd name="connsiteY16" fmla="*/ 949677 h 6047850"/>
              <a:gd name="connsiteX17" fmla="*/ 0 w 11609843"/>
              <a:gd name="connsiteY17" fmla="*/ 949677 h 6047850"/>
              <a:gd name="connsiteX0" fmla="*/ 0 w 11609843"/>
              <a:gd name="connsiteY0" fmla="*/ 0 h 6047850"/>
              <a:gd name="connsiteX1" fmla="*/ 503107 w 11609843"/>
              <a:gd name="connsiteY1" fmla="*/ 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570425 w 11609843"/>
              <a:gd name="connsiteY1" fmla="*/ 89757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749939 w 11609843"/>
              <a:gd name="connsiteY1" fmla="*/ 1122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949677 h 6047850"/>
              <a:gd name="connsiteX17" fmla="*/ 0 w 11609843"/>
              <a:gd name="connsiteY17" fmla="*/ 0 h 6047850"/>
              <a:gd name="connsiteX0" fmla="*/ 0 w 11609843"/>
              <a:gd name="connsiteY0" fmla="*/ 0 h 6047850"/>
              <a:gd name="connsiteX1" fmla="*/ 749939 w 11609843"/>
              <a:gd name="connsiteY1" fmla="*/ 11220 h 6047850"/>
              <a:gd name="connsiteX2" fmla="*/ 8800521 w 11609843"/>
              <a:gd name="connsiteY2" fmla="*/ 65641 h 6047850"/>
              <a:gd name="connsiteX3" fmla="*/ 10133387 w 11609843"/>
              <a:gd name="connsiteY3" fmla="*/ 52165 h 6047850"/>
              <a:gd name="connsiteX4" fmla="*/ 11522733 w 11609843"/>
              <a:gd name="connsiteY4" fmla="*/ 45639 h 6047850"/>
              <a:gd name="connsiteX5" fmla="*/ 11558343 w 11609843"/>
              <a:gd name="connsiteY5" fmla="*/ 2582755 h 6047850"/>
              <a:gd name="connsiteX6" fmla="*/ 11609369 w 11609843"/>
              <a:gd name="connsiteY6" fmla="*/ 5347771 h 6047850"/>
              <a:gd name="connsiteX7" fmla="*/ 11576881 w 11609843"/>
              <a:gd name="connsiteY7" fmla="*/ 6047850 h 6047850"/>
              <a:gd name="connsiteX8" fmla="*/ 10387601 w 11609843"/>
              <a:gd name="connsiteY8" fmla="*/ 6036630 h 6047850"/>
              <a:gd name="connsiteX9" fmla="*/ 10387601 w 11609843"/>
              <a:gd name="connsiteY9" fmla="*/ 6028294 h 6047850"/>
              <a:gd name="connsiteX10" fmla="*/ 7568082 w 11609843"/>
              <a:gd name="connsiteY10" fmla="*/ 6036460 h 6047850"/>
              <a:gd name="connsiteX11" fmla="*/ 216206 w 11609843"/>
              <a:gd name="connsiteY11" fmla="*/ 6028917 h 6047850"/>
              <a:gd name="connsiteX12" fmla="*/ 83401 w 11609843"/>
              <a:gd name="connsiteY12" fmla="*/ 5317158 h 6047850"/>
              <a:gd name="connsiteX13" fmla="*/ 47387 w 11609843"/>
              <a:gd name="connsiteY13" fmla="*/ 3179765 h 6047850"/>
              <a:gd name="connsiteX14" fmla="*/ 251 w 11609843"/>
              <a:gd name="connsiteY14" fmla="*/ 1049960 h 6047850"/>
              <a:gd name="connsiteX15" fmla="*/ 132 w 11609843"/>
              <a:gd name="connsiteY15" fmla="*/ 949677 h 6047850"/>
              <a:gd name="connsiteX16" fmla="*/ 0 w 11609843"/>
              <a:gd name="connsiteY16" fmla="*/ 0 h 6047850"/>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251 w 11609843"/>
              <a:gd name="connsiteY14" fmla="*/ 1066391 h 6064281"/>
              <a:gd name="connsiteX15" fmla="*/ 132 w 11609843"/>
              <a:gd name="connsiteY15" fmla="*/ 966108 h 6064281"/>
              <a:gd name="connsiteX16" fmla="*/ 0 w 11609843"/>
              <a:gd name="connsiteY16" fmla="*/ 16431 h 6064281"/>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132 w 11609843"/>
              <a:gd name="connsiteY14" fmla="*/ 966108 h 6064281"/>
              <a:gd name="connsiteX15" fmla="*/ 0 w 11609843"/>
              <a:gd name="connsiteY15" fmla="*/ 16431 h 6064281"/>
              <a:gd name="connsiteX0" fmla="*/ 0 w 11609843"/>
              <a:gd name="connsiteY0" fmla="*/ 16431 h 6064281"/>
              <a:gd name="connsiteX1" fmla="*/ 749939 w 11609843"/>
              <a:gd name="connsiteY1" fmla="*/ 27651 h 6064281"/>
              <a:gd name="connsiteX2" fmla="*/ 8800521 w 11609843"/>
              <a:gd name="connsiteY2" fmla="*/ 82072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216206 w 11609843"/>
              <a:gd name="connsiteY11" fmla="*/ 6045348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59056 w 11609843"/>
              <a:gd name="connsiteY11" fmla="*/ 6045349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59056 w 11609843"/>
              <a:gd name="connsiteY11" fmla="*/ 6045349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16431 h 6064281"/>
              <a:gd name="connsiteX1" fmla="*/ 749939 w 11609843"/>
              <a:gd name="connsiteY1" fmla="*/ 27651 h 6064281"/>
              <a:gd name="connsiteX2" fmla="*/ 8811740 w 11609843"/>
              <a:gd name="connsiteY2" fmla="*/ 48413 h 6064281"/>
              <a:gd name="connsiteX3" fmla="*/ 10133387 w 11609843"/>
              <a:gd name="connsiteY3" fmla="*/ 68596 h 6064281"/>
              <a:gd name="connsiteX4" fmla="*/ 11522733 w 11609843"/>
              <a:gd name="connsiteY4" fmla="*/ 62070 h 6064281"/>
              <a:gd name="connsiteX5" fmla="*/ 11558343 w 11609843"/>
              <a:gd name="connsiteY5" fmla="*/ 2599186 h 6064281"/>
              <a:gd name="connsiteX6" fmla="*/ 11609369 w 11609843"/>
              <a:gd name="connsiteY6" fmla="*/ 5364202 h 6064281"/>
              <a:gd name="connsiteX7" fmla="*/ 11576881 w 11609843"/>
              <a:gd name="connsiteY7" fmla="*/ 6064281 h 6064281"/>
              <a:gd name="connsiteX8" fmla="*/ 10387601 w 11609843"/>
              <a:gd name="connsiteY8" fmla="*/ 6053061 h 6064281"/>
              <a:gd name="connsiteX9" fmla="*/ 10387601 w 11609843"/>
              <a:gd name="connsiteY9" fmla="*/ 6044725 h 6064281"/>
              <a:gd name="connsiteX10" fmla="*/ 7568082 w 11609843"/>
              <a:gd name="connsiteY10" fmla="*/ 6052891 h 6064281"/>
              <a:gd name="connsiteX11" fmla="*/ 137076 w 11609843"/>
              <a:gd name="connsiteY11" fmla="*/ 6045350 h 6064281"/>
              <a:gd name="connsiteX12" fmla="*/ 83401 w 11609843"/>
              <a:gd name="connsiteY12" fmla="*/ 5333589 h 6064281"/>
              <a:gd name="connsiteX13" fmla="*/ 47387 w 11609843"/>
              <a:gd name="connsiteY13" fmla="*/ 3196196 h 6064281"/>
              <a:gd name="connsiteX14" fmla="*/ 33791 w 11609843"/>
              <a:gd name="connsiteY14" fmla="*/ 1055865 h 6064281"/>
              <a:gd name="connsiteX15" fmla="*/ 0 w 11609843"/>
              <a:gd name="connsiteY15" fmla="*/ 16431 h 6064281"/>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78333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10387601 w 11609843"/>
              <a:gd name="connsiteY9" fmla="*/ 6054462 h 6074018"/>
              <a:gd name="connsiteX10" fmla="*/ 7568082 w 11609843"/>
              <a:gd name="connsiteY10" fmla="*/ 6062628 h 6074018"/>
              <a:gd name="connsiteX11" fmla="*/ 137076 w 11609843"/>
              <a:gd name="connsiteY11" fmla="*/ 6055087 h 6074018"/>
              <a:gd name="connsiteX12" fmla="*/ 83401 w 11609843"/>
              <a:gd name="connsiteY12" fmla="*/ 5343326 h 6074018"/>
              <a:gd name="connsiteX13" fmla="*/ 47387 w 11609843"/>
              <a:gd name="connsiteY13" fmla="*/ 3205933 h 6074018"/>
              <a:gd name="connsiteX14" fmla="*/ 33791 w 11609843"/>
              <a:gd name="connsiteY14" fmla="*/ 1065602 h 6074018"/>
              <a:gd name="connsiteX15" fmla="*/ 0 w 11609843"/>
              <a:gd name="connsiteY15"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10387601 w 11609843"/>
              <a:gd name="connsiteY8" fmla="*/ 6062798 h 6074018"/>
              <a:gd name="connsiteX9" fmla="*/ 7568082 w 11609843"/>
              <a:gd name="connsiteY9" fmla="*/ 6062628 h 6074018"/>
              <a:gd name="connsiteX10" fmla="*/ 137076 w 11609843"/>
              <a:gd name="connsiteY10" fmla="*/ 6055087 h 6074018"/>
              <a:gd name="connsiteX11" fmla="*/ 83401 w 11609843"/>
              <a:gd name="connsiteY11" fmla="*/ 5343326 h 6074018"/>
              <a:gd name="connsiteX12" fmla="*/ 47387 w 11609843"/>
              <a:gd name="connsiteY12" fmla="*/ 3205933 h 6074018"/>
              <a:gd name="connsiteX13" fmla="*/ 33791 w 11609843"/>
              <a:gd name="connsiteY13" fmla="*/ 1065602 h 6074018"/>
              <a:gd name="connsiteX14" fmla="*/ 0 w 11609843"/>
              <a:gd name="connsiteY14"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7568082 w 11609843"/>
              <a:gd name="connsiteY8" fmla="*/ 6062628 h 6074018"/>
              <a:gd name="connsiteX9" fmla="*/ 137076 w 11609843"/>
              <a:gd name="connsiteY9" fmla="*/ 6055087 h 6074018"/>
              <a:gd name="connsiteX10" fmla="*/ 83401 w 11609843"/>
              <a:gd name="connsiteY10" fmla="*/ 5343326 h 6074018"/>
              <a:gd name="connsiteX11" fmla="*/ 47387 w 11609843"/>
              <a:gd name="connsiteY11" fmla="*/ 3205933 h 6074018"/>
              <a:gd name="connsiteX12" fmla="*/ 33791 w 11609843"/>
              <a:gd name="connsiteY12" fmla="*/ 1065602 h 6074018"/>
              <a:gd name="connsiteX13" fmla="*/ 0 w 11609843"/>
              <a:gd name="connsiteY13" fmla="*/ 26168 h 6074018"/>
              <a:gd name="connsiteX0" fmla="*/ 0 w 11609843"/>
              <a:gd name="connsiteY0" fmla="*/ 26168 h 6074018"/>
              <a:gd name="connsiteX1" fmla="*/ 759878 w 11609843"/>
              <a:gd name="connsiteY1" fmla="*/ 7490 h 6074018"/>
              <a:gd name="connsiteX2" fmla="*/ 8811740 w 11609843"/>
              <a:gd name="connsiteY2" fmla="*/ 58150 h 6074018"/>
              <a:gd name="connsiteX3" fmla="*/ 10133387 w 11609843"/>
              <a:gd name="connsiteY3" fmla="*/ 58400 h 6074018"/>
              <a:gd name="connsiteX4" fmla="*/ 11522733 w 11609843"/>
              <a:gd name="connsiteY4" fmla="*/ 71807 h 6074018"/>
              <a:gd name="connsiteX5" fmla="*/ 11558343 w 11609843"/>
              <a:gd name="connsiteY5" fmla="*/ 2608923 h 6074018"/>
              <a:gd name="connsiteX6" fmla="*/ 11609369 w 11609843"/>
              <a:gd name="connsiteY6" fmla="*/ 5373939 h 6074018"/>
              <a:gd name="connsiteX7" fmla="*/ 11576881 w 11609843"/>
              <a:gd name="connsiteY7" fmla="*/ 6074018 h 6074018"/>
              <a:gd name="connsiteX8" fmla="*/ 7568082 w 11609843"/>
              <a:gd name="connsiteY8" fmla="*/ 6062628 h 6074018"/>
              <a:gd name="connsiteX9" fmla="*/ 137076 w 11609843"/>
              <a:gd name="connsiteY9" fmla="*/ 6055087 h 6074018"/>
              <a:gd name="connsiteX10" fmla="*/ 83401 w 11609843"/>
              <a:gd name="connsiteY10" fmla="*/ 5343326 h 6074018"/>
              <a:gd name="connsiteX11" fmla="*/ 47387 w 11609843"/>
              <a:gd name="connsiteY11" fmla="*/ 3205933 h 6074018"/>
              <a:gd name="connsiteX12" fmla="*/ 33791 w 11609843"/>
              <a:gd name="connsiteY12" fmla="*/ 1065602 h 6074018"/>
              <a:gd name="connsiteX13" fmla="*/ 0 w 11609843"/>
              <a:gd name="connsiteY13" fmla="*/ 26168 h 6074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09843" h="6074018">
                <a:moveTo>
                  <a:pt x="0" y="26168"/>
                </a:moveTo>
                <a:cubicBezTo>
                  <a:pt x="115344" y="-14971"/>
                  <a:pt x="509898" y="3750"/>
                  <a:pt x="759878" y="7490"/>
                </a:cubicBezTo>
                <a:lnTo>
                  <a:pt x="8811740" y="58150"/>
                </a:lnTo>
                <a:lnTo>
                  <a:pt x="10133387" y="58400"/>
                </a:lnTo>
                <a:lnTo>
                  <a:pt x="11522733" y="71807"/>
                </a:lnTo>
                <a:cubicBezTo>
                  <a:pt x="11582162" y="374233"/>
                  <a:pt x="11479781" y="1701284"/>
                  <a:pt x="11558343" y="2608923"/>
                </a:cubicBezTo>
                <a:cubicBezTo>
                  <a:pt x="11557823" y="3490742"/>
                  <a:pt x="11615629" y="4798293"/>
                  <a:pt x="11609369" y="5373939"/>
                </a:cubicBezTo>
                <a:cubicBezTo>
                  <a:pt x="11598540" y="5607299"/>
                  <a:pt x="11617528" y="6000117"/>
                  <a:pt x="11576881" y="6074018"/>
                </a:cubicBezTo>
                <a:cubicBezTo>
                  <a:pt x="10280371" y="6040323"/>
                  <a:pt x="8904348" y="6066425"/>
                  <a:pt x="7568082" y="6062628"/>
                </a:cubicBezTo>
                <a:lnTo>
                  <a:pt x="137076" y="6055087"/>
                </a:lnTo>
                <a:cubicBezTo>
                  <a:pt x="63429" y="6063027"/>
                  <a:pt x="98349" y="5818185"/>
                  <a:pt x="83401" y="5343326"/>
                </a:cubicBezTo>
                <a:cubicBezTo>
                  <a:pt x="68453" y="4868467"/>
                  <a:pt x="74700" y="4080309"/>
                  <a:pt x="47387" y="3205933"/>
                </a:cubicBezTo>
                <a:cubicBezTo>
                  <a:pt x="33509" y="2478020"/>
                  <a:pt x="41689" y="1595563"/>
                  <a:pt x="33791" y="1065602"/>
                </a:cubicBezTo>
                <a:lnTo>
                  <a:pt x="0" y="26168"/>
                </a:ln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1A9405-16A1-F8AB-A847-7A6F1E519840}"/>
              </a:ext>
            </a:extLst>
          </p:cNvPr>
          <p:cNvSpPr>
            <a:spLocks noGrp="1"/>
          </p:cNvSpPr>
          <p:nvPr>
            <p:ph type="title"/>
          </p:nvPr>
        </p:nvSpPr>
        <p:spPr>
          <a:xfrm>
            <a:off x="1256284" y="1516649"/>
            <a:ext cx="3351113" cy="3824702"/>
          </a:xfrm>
        </p:spPr>
        <p:txBody>
          <a:bodyPr>
            <a:normAutofit/>
          </a:bodyPr>
          <a:lstStyle/>
          <a:p>
            <a:pPr algn="ctr"/>
            <a:r>
              <a:rPr lang="en-US" sz="3400" dirty="0">
                <a:latin typeface="Bahnschrift"/>
                <a:ea typeface="+mj-lt"/>
                <a:cs typeface="+mj-lt"/>
              </a:rPr>
              <a:t>Data Preprocessing</a:t>
            </a:r>
            <a:endParaRPr lang="en-US" sz="3400" dirty="0">
              <a:latin typeface="Bahnschrift"/>
            </a:endParaRPr>
          </a:p>
        </p:txBody>
      </p:sp>
      <p:graphicFrame>
        <p:nvGraphicFramePr>
          <p:cNvPr id="5" name="Content Placeholder 2">
            <a:extLst>
              <a:ext uri="{FF2B5EF4-FFF2-40B4-BE49-F238E27FC236}">
                <a16:creationId xmlns:a16="http://schemas.microsoft.com/office/drawing/2014/main" id="{CA01CCA8-5F80-E4AD-D5BA-F73FD3E95505}"/>
              </a:ext>
            </a:extLst>
          </p:cNvPr>
          <p:cNvGraphicFramePr>
            <a:graphicFrameLocks noGrp="1"/>
          </p:cNvGraphicFramePr>
          <p:nvPr>
            <p:ph idx="1"/>
            <p:extLst>
              <p:ext uri="{D42A27DB-BD31-4B8C-83A1-F6EECF244321}">
                <p14:modId xmlns:p14="http://schemas.microsoft.com/office/powerpoint/2010/main" val="1977402761"/>
              </p:ext>
            </p:extLst>
          </p:nvPr>
        </p:nvGraphicFramePr>
        <p:xfrm>
          <a:off x="6015789" y="554539"/>
          <a:ext cx="5390148" cy="5572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3021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544EF42-87F9-4466-8124-7328D49A2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9B7B539-E79B-44C5-8319-9CE01F87F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23595" y="2950509"/>
            <a:ext cx="4715671" cy="3134603"/>
          </a:xfrm>
          <a:custGeom>
            <a:avLst/>
            <a:gdLst>
              <a:gd name="connsiteX0" fmla="*/ 7142118 w 7680682"/>
              <a:gd name="connsiteY0" fmla="*/ 6405352 h 6405386"/>
              <a:gd name="connsiteX1" fmla="*/ 6552830 w 7680682"/>
              <a:gd name="connsiteY1" fmla="*/ 6396252 h 6405386"/>
              <a:gd name="connsiteX2" fmla="*/ 987782 w 7680682"/>
              <a:gd name="connsiteY2" fmla="*/ 6365722 h 6405386"/>
              <a:gd name="connsiteX3" fmla="*/ 0 w 7680682"/>
              <a:gd name="connsiteY3" fmla="*/ 6336938 h 6405386"/>
              <a:gd name="connsiteX4" fmla="*/ 0 w 7680682"/>
              <a:gd name="connsiteY4" fmla="*/ 32372 h 6405386"/>
              <a:gd name="connsiteX5" fmla="*/ 157934 w 7680682"/>
              <a:gd name="connsiteY5" fmla="*/ 32797 h 6405386"/>
              <a:gd name="connsiteX6" fmla="*/ 6431319 w 7680682"/>
              <a:gd name="connsiteY6" fmla="*/ 0 h 6405386"/>
              <a:gd name="connsiteX7" fmla="*/ 7631470 w 7680682"/>
              <a:gd name="connsiteY7" fmla="*/ 30531 h 6405386"/>
              <a:gd name="connsiteX8" fmla="*/ 7560032 w 7680682"/>
              <a:gd name="connsiteY8" fmla="*/ 6274128 h 6405386"/>
              <a:gd name="connsiteX9" fmla="*/ 7394324 w 7680682"/>
              <a:gd name="connsiteY9" fmla="*/ 6402154 h 6405386"/>
              <a:gd name="connsiteX10" fmla="*/ 7142118 w 7680682"/>
              <a:gd name="connsiteY10" fmla="*/ 6405352 h 64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80682" h="6405386">
                <a:moveTo>
                  <a:pt x="7142118" y="6405352"/>
                </a:moveTo>
                <a:cubicBezTo>
                  <a:pt x="6967357" y="6404963"/>
                  <a:pt x="6748379" y="6401325"/>
                  <a:pt x="6552830" y="6396252"/>
                </a:cubicBezTo>
                <a:lnTo>
                  <a:pt x="987782" y="6365722"/>
                </a:lnTo>
                <a:lnTo>
                  <a:pt x="0" y="6336938"/>
                </a:lnTo>
                <a:lnTo>
                  <a:pt x="0" y="32372"/>
                </a:lnTo>
                <a:lnTo>
                  <a:pt x="157934" y="32797"/>
                </a:lnTo>
                <a:cubicBezTo>
                  <a:pt x="2047215" y="35779"/>
                  <a:pt x="4666218" y="0"/>
                  <a:pt x="6431319" y="0"/>
                </a:cubicBezTo>
                <a:cubicBezTo>
                  <a:pt x="6931382" y="30531"/>
                  <a:pt x="7288570" y="-1"/>
                  <a:pt x="7631470" y="30531"/>
                </a:cubicBezTo>
                <a:cubicBezTo>
                  <a:pt x="7736245" y="2096465"/>
                  <a:pt x="7655283" y="4971471"/>
                  <a:pt x="7560032" y="6274128"/>
                </a:cubicBezTo>
                <a:cubicBezTo>
                  <a:pt x="7551842" y="6434165"/>
                  <a:pt x="7558630" y="6381800"/>
                  <a:pt x="7394324" y="6402154"/>
                </a:cubicBezTo>
                <a:cubicBezTo>
                  <a:pt x="7335914" y="6404650"/>
                  <a:pt x="7246975" y="6405586"/>
                  <a:pt x="7142118" y="6405352"/>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86169C0-6882-4BA0-92B1-590870CAE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33982" flipH="1">
            <a:off x="561228" y="610976"/>
            <a:ext cx="5552381" cy="2430084"/>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39896 w 1259724"/>
              <a:gd name="connsiteY0" fmla="*/ 840930 h 840930"/>
              <a:gd name="connsiteX1" fmla="*/ 832301 w 1259724"/>
              <a:gd name="connsiteY1" fmla="*/ 771016 h 840930"/>
              <a:gd name="connsiteX2" fmla="*/ 1191107 w 1259724"/>
              <a:gd name="connsiteY2" fmla="*/ 598233 h 840930"/>
              <a:gd name="connsiteX3" fmla="*/ 1190060 w 1259724"/>
              <a:gd name="connsiteY3" fmla="*/ 160654 h 840930"/>
              <a:gd name="connsiteX4" fmla="*/ 470732 w 1259724"/>
              <a:gd name="connsiteY4" fmla="*/ 348 h 840930"/>
              <a:gd name="connsiteX5" fmla="*/ 118993 w 1259724"/>
              <a:gd name="connsiteY5" fmla="*/ 132433 h 840930"/>
              <a:gd name="connsiteX6" fmla="*/ 18580 w 1259724"/>
              <a:gd name="connsiteY6" fmla="*/ 563085 h 840930"/>
              <a:gd name="connsiteX7" fmla="*/ 556933 w 1259724"/>
              <a:gd name="connsiteY7" fmla="*/ 705103 h 840930"/>
              <a:gd name="connsiteX8" fmla="*/ 639896 w 1259724"/>
              <a:gd name="connsiteY8" fmla="*/ 840930 h 840930"/>
              <a:gd name="connsiteX0" fmla="*/ 639896 w 1259724"/>
              <a:gd name="connsiteY0" fmla="*/ 843646 h 843646"/>
              <a:gd name="connsiteX1" fmla="*/ 832301 w 1259724"/>
              <a:gd name="connsiteY1" fmla="*/ 773732 h 843646"/>
              <a:gd name="connsiteX2" fmla="*/ 1191107 w 1259724"/>
              <a:gd name="connsiteY2" fmla="*/ 600949 h 843646"/>
              <a:gd name="connsiteX3" fmla="*/ 1190060 w 1259724"/>
              <a:gd name="connsiteY3" fmla="*/ 163370 h 843646"/>
              <a:gd name="connsiteX4" fmla="*/ 470732 w 1259724"/>
              <a:gd name="connsiteY4" fmla="*/ 3064 h 843646"/>
              <a:gd name="connsiteX5" fmla="*/ 118993 w 1259724"/>
              <a:gd name="connsiteY5" fmla="*/ 135149 h 843646"/>
              <a:gd name="connsiteX6" fmla="*/ 18580 w 1259724"/>
              <a:gd name="connsiteY6" fmla="*/ 565801 h 843646"/>
              <a:gd name="connsiteX7" fmla="*/ 556933 w 1259724"/>
              <a:gd name="connsiteY7" fmla="*/ 707819 h 843646"/>
              <a:gd name="connsiteX8" fmla="*/ 639896 w 1259724"/>
              <a:gd name="connsiteY8" fmla="*/ 843646 h 843646"/>
              <a:gd name="connsiteX0" fmla="*/ 639896 w 1259724"/>
              <a:gd name="connsiteY0" fmla="*/ 843646 h 843646"/>
              <a:gd name="connsiteX1" fmla="*/ 832301 w 1259724"/>
              <a:gd name="connsiteY1" fmla="*/ 773732 h 843646"/>
              <a:gd name="connsiteX2" fmla="*/ 1191107 w 1259724"/>
              <a:gd name="connsiteY2" fmla="*/ 600949 h 843646"/>
              <a:gd name="connsiteX3" fmla="*/ 1190060 w 1259724"/>
              <a:gd name="connsiteY3" fmla="*/ 163370 h 843646"/>
              <a:gd name="connsiteX4" fmla="*/ 470732 w 1259724"/>
              <a:gd name="connsiteY4" fmla="*/ 3064 h 843646"/>
              <a:gd name="connsiteX5" fmla="*/ 118993 w 1259724"/>
              <a:gd name="connsiteY5" fmla="*/ 135149 h 843646"/>
              <a:gd name="connsiteX6" fmla="*/ 18580 w 1259724"/>
              <a:gd name="connsiteY6" fmla="*/ 565801 h 843646"/>
              <a:gd name="connsiteX7" fmla="*/ 556933 w 1259724"/>
              <a:gd name="connsiteY7" fmla="*/ 707819 h 843646"/>
              <a:gd name="connsiteX8" fmla="*/ 639896 w 1259724"/>
              <a:gd name="connsiteY8" fmla="*/ 843646 h 843646"/>
              <a:gd name="connsiteX0" fmla="*/ 628900 w 1259724"/>
              <a:gd name="connsiteY0" fmla="*/ 854454 h 854454"/>
              <a:gd name="connsiteX1" fmla="*/ 832301 w 1259724"/>
              <a:gd name="connsiteY1" fmla="*/ 773732 h 854454"/>
              <a:gd name="connsiteX2" fmla="*/ 1191107 w 1259724"/>
              <a:gd name="connsiteY2" fmla="*/ 600949 h 854454"/>
              <a:gd name="connsiteX3" fmla="*/ 1190060 w 1259724"/>
              <a:gd name="connsiteY3" fmla="*/ 163370 h 854454"/>
              <a:gd name="connsiteX4" fmla="*/ 470732 w 1259724"/>
              <a:gd name="connsiteY4" fmla="*/ 3064 h 854454"/>
              <a:gd name="connsiteX5" fmla="*/ 118993 w 1259724"/>
              <a:gd name="connsiteY5" fmla="*/ 135149 h 854454"/>
              <a:gd name="connsiteX6" fmla="*/ 18580 w 1259724"/>
              <a:gd name="connsiteY6" fmla="*/ 565801 h 854454"/>
              <a:gd name="connsiteX7" fmla="*/ 556933 w 1259724"/>
              <a:gd name="connsiteY7" fmla="*/ 707819 h 854454"/>
              <a:gd name="connsiteX8" fmla="*/ 628900 w 1259724"/>
              <a:gd name="connsiteY8" fmla="*/ 854454 h 854454"/>
              <a:gd name="connsiteX0" fmla="*/ 628900 w 1259724"/>
              <a:gd name="connsiteY0" fmla="*/ 854454 h 854454"/>
              <a:gd name="connsiteX1" fmla="*/ 832301 w 1259724"/>
              <a:gd name="connsiteY1" fmla="*/ 773732 h 854454"/>
              <a:gd name="connsiteX2" fmla="*/ 1191107 w 1259724"/>
              <a:gd name="connsiteY2" fmla="*/ 600949 h 854454"/>
              <a:gd name="connsiteX3" fmla="*/ 1190060 w 1259724"/>
              <a:gd name="connsiteY3" fmla="*/ 163370 h 854454"/>
              <a:gd name="connsiteX4" fmla="*/ 470732 w 1259724"/>
              <a:gd name="connsiteY4" fmla="*/ 3064 h 854454"/>
              <a:gd name="connsiteX5" fmla="*/ 118993 w 1259724"/>
              <a:gd name="connsiteY5" fmla="*/ 135149 h 854454"/>
              <a:gd name="connsiteX6" fmla="*/ 18580 w 1259724"/>
              <a:gd name="connsiteY6" fmla="*/ 565801 h 854454"/>
              <a:gd name="connsiteX7" fmla="*/ 556933 w 1259724"/>
              <a:gd name="connsiteY7" fmla="*/ 707819 h 854454"/>
              <a:gd name="connsiteX8" fmla="*/ 628900 w 1259724"/>
              <a:gd name="connsiteY8" fmla="*/ 854454 h 85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724" h="854454">
                <a:moveTo>
                  <a:pt x="628900" y="854454"/>
                </a:moveTo>
                <a:cubicBezTo>
                  <a:pt x="712339" y="843024"/>
                  <a:pt x="738600" y="815983"/>
                  <a:pt x="832301" y="773732"/>
                </a:cubicBezTo>
                <a:cubicBezTo>
                  <a:pt x="926002" y="731481"/>
                  <a:pt x="1114241" y="748872"/>
                  <a:pt x="1191107" y="600949"/>
                </a:cubicBezTo>
                <a:cubicBezTo>
                  <a:pt x="1267974" y="453025"/>
                  <a:pt x="1296549" y="287576"/>
                  <a:pt x="1190060" y="163370"/>
                </a:cubicBezTo>
                <a:cubicBezTo>
                  <a:pt x="1083570" y="39164"/>
                  <a:pt x="689562" y="-13846"/>
                  <a:pt x="470732" y="3064"/>
                </a:cubicBezTo>
                <a:cubicBezTo>
                  <a:pt x="251902" y="19974"/>
                  <a:pt x="194352" y="41360"/>
                  <a:pt x="118993" y="135149"/>
                </a:cubicBezTo>
                <a:cubicBezTo>
                  <a:pt x="43634" y="228938"/>
                  <a:pt x="-37305" y="464952"/>
                  <a:pt x="18580" y="565801"/>
                </a:cubicBezTo>
                <a:cubicBezTo>
                  <a:pt x="78130" y="709879"/>
                  <a:pt x="404010" y="718293"/>
                  <a:pt x="556933" y="707819"/>
                </a:cubicBezTo>
                <a:cubicBezTo>
                  <a:pt x="738384" y="744490"/>
                  <a:pt x="628900" y="854454"/>
                  <a:pt x="628900" y="854454"/>
                </a:cubicBezTo>
                <a:close/>
              </a:path>
            </a:pathLst>
          </a:custGeom>
          <a:solidFill>
            <a:schemeClr val="bg1"/>
          </a:solidFill>
          <a:ln w="1905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C86A4F6-2E09-6505-A22C-C03498BE2529}"/>
              </a:ext>
            </a:extLst>
          </p:cNvPr>
          <p:cNvSpPr>
            <a:spLocks noGrp="1"/>
          </p:cNvSpPr>
          <p:nvPr>
            <p:ph type="title"/>
          </p:nvPr>
        </p:nvSpPr>
        <p:spPr>
          <a:xfrm>
            <a:off x="801045" y="1110134"/>
            <a:ext cx="4861382" cy="1324229"/>
          </a:xfrm>
        </p:spPr>
        <p:txBody>
          <a:bodyPr>
            <a:normAutofit/>
          </a:bodyPr>
          <a:lstStyle/>
          <a:p>
            <a:pPr algn="ctr"/>
            <a:r>
              <a:rPr lang="en-US" sz="4400">
                <a:ea typeface="+mj-lt"/>
                <a:cs typeface="+mj-lt"/>
              </a:rPr>
              <a:t> Results and Visualization</a:t>
            </a:r>
            <a:endParaRPr lang="en-US" sz="4400"/>
          </a:p>
        </p:txBody>
      </p:sp>
      <p:pic>
        <p:nvPicPr>
          <p:cNvPr id="7" name="Graphic 6" descr="CRM Customer Insights App">
            <a:extLst>
              <a:ext uri="{FF2B5EF4-FFF2-40B4-BE49-F238E27FC236}">
                <a16:creationId xmlns:a16="http://schemas.microsoft.com/office/drawing/2014/main" id="{A93EF51E-BAD0-F8AC-B22E-D2D1457D68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45601" y="3184966"/>
            <a:ext cx="2693084" cy="2693084"/>
          </a:xfrm>
          <a:prstGeom prst="rect">
            <a:avLst/>
          </a:prstGeom>
        </p:spPr>
      </p:pic>
      <p:sp>
        <p:nvSpPr>
          <p:cNvPr id="25" name="Freeform: Shape 24">
            <a:extLst>
              <a:ext uri="{FF2B5EF4-FFF2-40B4-BE49-F238E27FC236}">
                <a16:creationId xmlns:a16="http://schemas.microsoft.com/office/drawing/2014/main" id="{DCECB35C-FCFB-4B31-B3CF-A20982BE6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33982" flipH="1">
            <a:off x="519333" y="639412"/>
            <a:ext cx="5552381" cy="2430084"/>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39896 w 1259724"/>
              <a:gd name="connsiteY0" fmla="*/ 840930 h 840930"/>
              <a:gd name="connsiteX1" fmla="*/ 832301 w 1259724"/>
              <a:gd name="connsiteY1" fmla="*/ 771016 h 840930"/>
              <a:gd name="connsiteX2" fmla="*/ 1191107 w 1259724"/>
              <a:gd name="connsiteY2" fmla="*/ 598233 h 840930"/>
              <a:gd name="connsiteX3" fmla="*/ 1190060 w 1259724"/>
              <a:gd name="connsiteY3" fmla="*/ 160654 h 840930"/>
              <a:gd name="connsiteX4" fmla="*/ 470732 w 1259724"/>
              <a:gd name="connsiteY4" fmla="*/ 348 h 840930"/>
              <a:gd name="connsiteX5" fmla="*/ 118993 w 1259724"/>
              <a:gd name="connsiteY5" fmla="*/ 132433 h 840930"/>
              <a:gd name="connsiteX6" fmla="*/ 18580 w 1259724"/>
              <a:gd name="connsiteY6" fmla="*/ 563085 h 840930"/>
              <a:gd name="connsiteX7" fmla="*/ 556933 w 1259724"/>
              <a:gd name="connsiteY7" fmla="*/ 705103 h 840930"/>
              <a:gd name="connsiteX8" fmla="*/ 639896 w 1259724"/>
              <a:gd name="connsiteY8" fmla="*/ 840930 h 840930"/>
              <a:gd name="connsiteX0" fmla="*/ 639896 w 1259724"/>
              <a:gd name="connsiteY0" fmla="*/ 843646 h 843646"/>
              <a:gd name="connsiteX1" fmla="*/ 832301 w 1259724"/>
              <a:gd name="connsiteY1" fmla="*/ 773732 h 843646"/>
              <a:gd name="connsiteX2" fmla="*/ 1191107 w 1259724"/>
              <a:gd name="connsiteY2" fmla="*/ 600949 h 843646"/>
              <a:gd name="connsiteX3" fmla="*/ 1190060 w 1259724"/>
              <a:gd name="connsiteY3" fmla="*/ 163370 h 843646"/>
              <a:gd name="connsiteX4" fmla="*/ 470732 w 1259724"/>
              <a:gd name="connsiteY4" fmla="*/ 3064 h 843646"/>
              <a:gd name="connsiteX5" fmla="*/ 118993 w 1259724"/>
              <a:gd name="connsiteY5" fmla="*/ 135149 h 843646"/>
              <a:gd name="connsiteX6" fmla="*/ 18580 w 1259724"/>
              <a:gd name="connsiteY6" fmla="*/ 565801 h 843646"/>
              <a:gd name="connsiteX7" fmla="*/ 556933 w 1259724"/>
              <a:gd name="connsiteY7" fmla="*/ 707819 h 843646"/>
              <a:gd name="connsiteX8" fmla="*/ 639896 w 1259724"/>
              <a:gd name="connsiteY8" fmla="*/ 843646 h 843646"/>
              <a:gd name="connsiteX0" fmla="*/ 639896 w 1259724"/>
              <a:gd name="connsiteY0" fmla="*/ 843646 h 843646"/>
              <a:gd name="connsiteX1" fmla="*/ 832301 w 1259724"/>
              <a:gd name="connsiteY1" fmla="*/ 773732 h 843646"/>
              <a:gd name="connsiteX2" fmla="*/ 1191107 w 1259724"/>
              <a:gd name="connsiteY2" fmla="*/ 600949 h 843646"/>
              <a:gd name="connsiteX3" fmla="*/ 1190060 w 1259724"/>
              <a:gd name="connsiteY3" fmla="*/ 163370 h 843646"/>
              <a:gd name="connsiteX4" fmla="*/ 470732 w 1259724"/>
              <a:gd name="connsiteY4" fmla="*/ 3064 h 843646"/>
              <a:gd name="connsiteX5" fmla="*/ 118993 w 1259724"/>
              <a:gd name="connsiteY5" fmla="*/ 135149 h 843646"/>
              <a:gd name="connsiteX6" fmla="*/ 18580 w 1259724"/>
              <a:gd name="connsiteY6" fmla="*/ 565801 h 843646"/>
              <a:gd name="connsiteX7" fmla="*/ 556933 w 1259724"/>
              <a:gd name="connsiteY7" fmla="*/ 707819 h 843646"/>
              <a:gd name="connsiteX8" fmla="*/ 639896 w 1259724"/>
              <a:gd name="connsiteY8" fmla="*/ 843646 h 843646"/>
              <a:gd name="connsiteX0" fmla="*/ 628900 w 1259724"/>
              <a:gd name="connsiteY0" fmla="*/ 854454 h 854454"/>
              <a:gd name="connsiteX1" fmla="*/ 832301 w 1259724"/>
              <a:gd name="connsiteY1" fmla="*/ 773732 h 854454"/>
              <a:gd name="connsiteX2" fmla="*/ 1191107 w 1259724"/>
              <a:gd name="connsiteY2" fmla="*/ 600949 h 854454"/>
              <a:gd name="connsiteX3" fmla="*/ 1190060 w 1259724"/>
              <a:gd name="connsiteY3" fmla="*/ 163370 h 854454"/>
              <a:gd name="connsiteX4" fmla="*/ 470732 w 1259724"/>
              <a:gd name="connsiteY4" fmla="*/ 3064 h 854454"/>
              <a:gd name="connsiteX5" fmla="*/ 118993 w 1259724"/>
              <a:gd name="connsiteY5" fmla="*/ 135149 h 854454"/>
              <a:gd name="connsiteX6" fmla="*/ 18580 w 1259724"/>
              <a:gd name="connsiteY6" fmla="*/ 565801 h 854454"/>
              <a:gd name="connsiteX7" fmla="*/ 556933 w 1259724"/>
              <a:gd name="connsiteY7" fmla="*/ 707819 h 854454"/>
              <a:gd name="connsiteX8" fmla="*/ 628900 w 1259724"/>
              <a:gd name="connsiteY8" fmla="*/ 854454 h 854454"/>
              <a:gd name="connsiteX0" fmla="*/ 628900 w 1259724"/>
              <a:gd name="connsiteY0" fmla="*/ 854454 h 854454"/>
              <a:gd name="connsiteX1" fmla="*/ 832301 w 1259724"/>
              <a:gd name="connsiteY1" fmla="*/ 773732 h 854454"/>
              <a:gd name="connsiteX2" fmla="*/ 1191107 w 1259724"/>
              <a:gd name="connsiteY2" fmla="*/ 600949 h 854454"/>
              <a:gd name="connsiteX3" fmla="*/ 1190060 w 1259724"/>
              <a:gd name="connsiteY3" fmla="*/ 163370 h 854454"/>
              <a:gd name="connsiteX4" fmla="*/ 470732 w 1259724"/>
              <a:gd name="connsiteY4" fmla="*/ 3064 h 854454"/>
              <a:gd name="connsiteX5" fmla="*/ 118993 w 1259724"/>
              <a:gd name="connsiteY5" fmla="*/ 135149 h 854454"/>
              <a:gd name="connsiteX6" fmla="*/ 18580 w 1259724"/>
              <a:gd name="connsiteY6" fmla="*/ 565801 h 854454"/>
              <a:gd name="connsiteX7" fmla="*/ 556933 w 1259724"/>
              <a:gd name="connsiteY7" fmla="*/ 707819 h 854454"/>
              <a:gd name="connsiteX8" fmla="*/ 628900 w 1259724"/>
              <a:gd name="connsiteY8" fmla="*/ 854454 h 85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724" h="854454">
                <a:moveTo>
                  <a:pt x="628900" y="854454"/>
                </a:moveTo>
                <a:cubicBezTo>
                  <a:pt x="712339" y="843024"/>
                  <a:pt x="738600" y="815983"/>
                  <a:pt x="832301" y="773732"/>
                </a:cubicBezTo>
                <a:cubicBezTo>
                  <a:pt x="926002" y="731481"/>
                  <a:pt x="1114241" y="748872"/>
                  <a:pt x="1191107" y="600949"/>
                </a:cubicBezTo>
                <a:cubicBezTo>
                  <a:pt x="1267974" y="453025"/>
                  <a:pt x="1296549" y="287576"/>
                  <a:pt x="1190060" y="163370"/>
                </a:cubicBezTo>
                <a:cubicBezTo>
                  <a:pt x="1083570" y="39164"/>
                  <a:pt x="689562" y="-13846"/>
                  <a:pt x="470732" y="3064"/>
                </a:cubicBezTo>
                <a:cubicBezTo>
                  <a:pt x="251902" y="19974"/>
                  <a:pt x="194352" y="41360"/>
                  <a:pt x="118993" y="135149"/>
                </a:cubicBezTo>
                <a:cubicBezTo>
                  <a:pt x="43634" y="228938"/>
                  <a:pt x="-37305" y="464952"/>
                  <a:pt x="18580" y="565801"/>
                </a:cubicBezTo>
                <a:cubicBezTo>
                  <a:pt x="78130" y="709879"/>
                  <a:pt x="404010" y="718293"/>
                  <a:pt x="556933" y="707819"/>
                </a:cubicBezTo>
                <a:cubicBezTo>
                  <a:pt x="738384" y="744490"/>
                  <a:pt x="628900" y="854454"/>
                  <a:pt x="628900" y="854454"/>
                </a:cubicBezTo>
                <a:close/>
              </a:path>
            </a:pathLst>
          </a:custGeom>
          <a:noFill/>
          <a:ln w="19050" cap="flat">
            <a:solidFill>
              <a:schemeClr val="tx1"/>
            </a:solid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E9734D5-38E8-F5BA-C77B-B8CF9E6B2CB4}"/>
              </a:ext>
            </a:extLst>
          </p:cNvPr>
          <p:cNvSpPr>
            <a:spLocks noGrp="1"/>
          </p:cNvSpPr>
          <p:nvPr>
            <p:ph idx="1"/>
          </p:nvPr>
        </p:nvSpPr>
        <p:spPr>
          <a:xfrm>
            <a:off x="6668677" y="696124"/>
            <a:ext cx="4722279" cy="5481716"/>
          </a:xfrm>
        </p:spPr>
        <p:txBody>
          <a:bodyPr vert="horz" lIns="91440" tIns="45720" rIns="91440" bIns="45720" rtlCol="0" anchor="ctr">
            <a:noAutofit/>
          </a:bodyPr>
          <a:lstStyle/>
          <a:p>
            <a:pPr marL="285750" indent="-285750">
              <a:lnSpc>
                <a:spcPct val="90000"/>
              </a:lnSpc>
              <a:buFont typeface="Arial"/>
              <a:buChar char="•"/>
            </a:pPr>
            <a:r>
              <a:rPr lang="en-US" sz="1600" dirty="0">
                <a:latin typeface="Bahnschrift Light"/>
                <a:ea typeface="+mn-lt"/>
                <a:cs typeface="+mn-lt"/>
              </a:rPr>
              <a:t>ARIMA </a:t>
            </a:r>
            <a:r>
              <a:rPr lang="en-US" sz="1600" b="0" dirty="0">
                <a:latin typeface="Bahnschrift Light"/>
                <a:ea typeface="+mn-lt"/>
                <a:cs typeface="+mn-lt"/>
              </a:rPr>
              <a:t>(Autoregressive Integrated Moving Average) model for time series forecasting.</a:t>
            </a:r>
            <a:endParaRPr lang="en-US" sz="1600" b="0" dirty="0">
              <a:latin typeface="Bahnschrift Light"/>
            </a:endParaRPr>
          </a:p>
          <a:p>
            <a:pPr marL="285750" indent="-285750">
              <a:lnSpc>
                <a:spcPct val="90000"/>
              </a:lnSpc>
              <a:buFont typeface="Arial"/>
              <a:buChar char="•"/>
            </a:pPr>
            <a:r>
              <a:rPr lang="en-US" sz="1600" b="0" dirty="0">
                <a:latin typeface="Bahnschrift Light"/>
                <a:ea typeface="+mn-lt"/>
                <a:cs typeface="+mn-lt"/>
              </a:rPr>
              <a:t>Performed stationarity check on the data to ensure model suitability.</a:t>
            </a:r>
            <a:endParaRPr lang="en-US" sz="1600" b="0" dirty="0">
              <a:latin typeface="Bahnschrift Light"/>
            </a:endParaRPr>
          </a:p>
          <a:p>
            <a:pPr marL="285750" indent="-285750">
              <a:lnSpc>
                <a:spcPct val="90000"/>
              </a:lnSpc>
              <a:buFont typeface="Arial"/>
              <a:buChar char="•"/>
            </a:pPr>
            <a:r>
              <a:rPr lang="en-US" sz="1600" b="0" dirty="0">
                <a:latin typeface="Bahnschrift Light"/>
                <a:ea typeface="+mn-lt"/>
                <a:cs typeface="+mn-lt"/>
              </a:rPr>
              <a:t>Identified optimal ARIMA parameters using techniques like AIC and BIC.</a:t>
            </a:r>
            <a:endParaRPr lang="en-US" sz="1600" b="0" dirty="0">
              <a:latin typeface="Bahnschrift Light"/>
            </a:endParaRPr>
          </a:p>
          <a:p>
            <a:pPr marL="285750" indent="-285750">
              <a:lnSpc>
                <a:spcPct val="90000"/>
              </a:lnSpc>
              <a:buFont typeface="Arial"/>
              <a:buChar char="•"/>
            </a:pPr>
            <a:r>
              <a:rPr lang="en-US" sz="1600" b="0" dirty="0">
                <a:latin typeface="Bahnschrift Light"/>
                <a:ea typeface="+mn-lt"/>
                <a:cs typeface="+mn-lt"/>
              </a:rPr>
              <a:t>Trained and evaluated the ARIMA model on the training data.</a:t>
            </a:r>
            <a:endParaRPr lang="en-US" sz="1600" b="0" dirty="0">
              <a:latin typeface="Bahnschrift Light"/>
            </a:endParaRPr>
          </a:p>
          <a:p>
            <a:pPr>
              <a:lnSpc>
                <a:spcPct val="90000"/>
              </a:lnSpc>
            </a:pPr>
            <a:endParaRPr lang="en-US" sz="1600" b="0" dirty="0">
              <a:latin typeface="Bahnschrift Light"/>
              <a:ea typeface="+mn-lt"/>
              <a:cs typeface="+mn-lt"/>
            </a:endParaRPr>
          </a:p>
          <a:p>
            <a:pPr>
              <a:lnSpc>
                <a:spcPct val="90000"/>
              </a:lnSpc>
            </a:pPr>
            <a:r>
              <a:rPr lang="en-US" sz="1600" dirty="0">
                <a:latin typeface="Bahnschrift Light"/>
                <a:ea typeface="+mn-lt"/>
                <a:cs typeface="+mn-lt"/>
              </a:rPr>
              <a:t>Results and Visualization</a:t>
            </a:r>
            <a:endParaRPr lang="en-US" sz="1600" dirty="0">
              <a:latin typeface="Bahnschrift Light"/>
            </a:endParaRPr>
          </a:p>
          <a:p>
            <a:pPr marL="285750" indent="-285750">
              <a:lnSpc>
                <a:spcPct val="90000"/>
              </a:lnSpc>
              <a:buFont typeface="Arial"/>
              <a:buChar char="•"/>
            </a:pPr>
            <a:r>
              <a:rPr lang="en-US" sz="1600" b="0" dirty="0">
                <a:latin typeface="Bahnschrift Light"/>
                <a:ea typeface="+mn-lt"/>
                <a:cs typeface="+mn-lt"/>
              </a:rPr>
              <a:t>Predicted future dress sales using the trained ARIMA model.</a:t>
            </a:r>
            <a:endParaRPr lang="en-US" sz="1600" b="0" dirty="0">
              <a:latin typeface="Bahnschrift Light"/>
            </a:endParaRPr>
          </a:p>
          <a:p>
            <a:pPr marL="285750" indent="-285750">
              <a:lnSpc>
                <a:spcPct val="90000"/>
              </a:lnSpc>
              <a:buFont typeface="Arial"/>
              <a:buChar char="•"/>
            </a:pPr>
            <a:r>
              <a:rPr lang="en-US" sz="1600" b="0" dirty="0">
                <a:latin typeface="Bahnschrift Light"/>
                <a:ea typeface="+mn-lt"/>
                <a:cs typeface="+mn-lt"/>
              </a:rPr>
              <a:t>Create an animation using </a:t>
            </a:r>
            <a:r>
              <a:rPr lang="en-US" sz="1600" b="0" err="1">
                <a:latin typeface="Bahnschrift Light"/>
                <a:ea typeface="+mn-lt"/>
                <a:cs typeface="+mn-lt"/>
              </a:rPr>
              <a:t>Plotly</a:t>
            </a:r>
            <a:r>
              <a:rPr lang="en-US" sz="1600" b="0" dirty="0">
                <a:latin typeface="Bahnschrift Light"/>
                <a:ea typeface="+mn-lt"/>
                <a:cs typeface="+mn-lt"/>
              </a:rPr>
              <a:t> to visualize the predicted sales trends.</a:t>
            </a:r>
            <a:endParaRPr lang="en-US" sz="1600" b="0" dirty="0">
              <a:latin typeface="Bahnschrift Light"/>
            </a:endParaRPr>
          </a:p>
          <a:p>
            <a:pPr marL="285750" indent="-285750">
              <a:lnSpc>
                <a:spcPct val="90000"/>
              </a:lnSpc>
              <a:buFont typeface="Arial"/>
              <a:buChar char="•"/>
            </a:pPr>
            <a:r>
              <a:rPr lang="en-US" sz="1600" b="0" dirty="0">
                <a:latin typeface="Bahnschrift Light"/>
                <a:ea typeface="+mn-lt"/>
                <a:cs typeface="+mn-lt"/>
              </a:rPr>
              <a:t>Analyze the results to identify potential sales patterns and trends.</a:t>
            </a:r>
            <a:endParaRPr lang="en-US" sz="1600" b="0" dirty="0">
              <a:latin typeface="Bahnschrift Light"/>
            </a:endParaRPr>
          </a:p>
          <a:p>
            <a:pPr>
              <a:lnSpc>
                <a:spcPct val="90000"/>
              </a:lnSpc>
            </a:pPr>
            <a:endParaRPr lang="en-US" sz="1600" b="0" dirty="0">
              <a:latin typeface="Bahnschrift Light"/>
            </a:endParaRPr>
          </a:p>
        </p:txBody>
      </p:sp>
    </p:spTree>
    <p:extLst>
      <p:ext uri="{BB962C8B-B14F-4D97-AF65-F5344CB8AC3E}">
        <p14:creationId xmlns:p14="http://schemas.microsoft.com/office/powerpoint/2010/main" val="817072524"/>
      </p:ext>
    </p:extLst>
  </p:cSld>
  <p:clrMapOvr>
    <a:masterClrMapping/>
  </p:clrMapOvr>
</p:sld>
</file>

<file path=ppt/theme/theme1.xml><?xml version="1.0" encoding="utf-8"?>
<a:theme xmlns:a="http://schemas.openxmlformats.org/drawingml/2006/main" name="ChitchatVTI">
  <a:themeElements>
    <a:clrScheme name="bubbles">
      <a:dk1>
        <a:sysClr val="windowText" lastClr="000000"/>
      </a:dk1>
      <a:lt1>
        <a:sysClr val="window" lastClr="FFFFFF"/>
      </a:lt1>
      <a:dk2>
        <a:srgbClr val="071819"/>
      </a:dk2>
      <a:lt2>
        <a:srgbClr val="D5F2EB"/>
      </a:lt2>
      <a:accent1>
        <a:srgbClr val="38B698"/>
      </a:accent1>
      <a:accent2>
        <a:srgbClr val="528BD6"/>
      </a:accent2>
      <a:accent3>
        <a:srgbClr val="31A7C7"/>
      </a:accent3>
      <a:accent4>
        <a:srgbClr val="F15843"/>
      </a:accent4>
      <a:accent5>
        <a:srgbClr val="DE3A6D"/>
      </a:accent5>
      <a:accent6>
        <a:srgbClr val="7AAE3C"/>
      </a:accent6>
      <a:hlink>
        <a:srgbClr val="2F9880"/>
      </a:hlink>
      <a:folHlink>
        <a:srgbClr val="396CD1"/>
      </a:folHlink>
    </a:clrScheme>
    <a:fontScheme name="The Hand">
      <a:majorFont>
        <a:latin typeface="The Serif Hand"/>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itchatVTI" id="{08BB1610-1071-4750-BA6F-EA15E875FFCD}" vid="{D7BDF053-2181-45AE-9365-FFAA906CB4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Slides>
  <Notes>5</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ChitchatVTI</vt:lpstr>
      <vt:lpstr>ARIMA Model for Sales Forecasting</vt:lpstr>
      <vt:lpstr>Project Details</vt:lpstr>
      <vt:lpstr>Data Exploration</vt:lpstr>
      <vt:lpstr>Data Preprocessing</vt:lpstr>
      <vt:lpstr> Results and Visualization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159</cp:revision>
  <dcterms:created xsi:type="dcterms:W3CDTF">2024-08-11T01:41:26Z</dcterms:created>
  <dcterms:modified xsi:type="dcterms:W3CDTF">2024-08-11T05:40:52Z</dcterms:modified>
</cp:coreProperties>
</file>