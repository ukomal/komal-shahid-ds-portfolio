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DSC680  •  PROJECT 2  •  FINAL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Content Strategy Engine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7D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Reverse-engineering what wins in a niche, then generating content designed to perform.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analyzed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R² (held-out)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engagement uplift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 CI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6968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[+15%, +64%]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Shahid  ·  Bellevue University MSDS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64208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spend is up. Confidence in content choices is not.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$107B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content marketing market in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Institute,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1168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40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marketing spend that goes to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CMI,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01168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240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503920" y="3246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marketers cite — measuring &amp; predicting content ROI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CMI,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tools made content cheap to produce. They did not make it cheap to pick the right thing to produce.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732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system: learn what wins, then generate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2194560"/>
            <a:ext cx="2103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2194560"/>
            <a:ext cx="21031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29260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+ blog + Trends.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10–15K niche posts, public data only.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2194560"/>
            <a:ext cx="2103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2194560"/>
            <a:ext cx="21031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44368" y="29260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format, hook, day × daypart,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for subreddit size.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2103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194560"/>
            <a:ext cx="21031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gradient boost on log-engagement.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+ η² for categorical factors.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96912" y="2194560"/>
            <a:ext cx="2103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2194560"/>
            <a:ext cx="210312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79792" y="29260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LLM on top-quartile combos.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20 brand-aligned drafts.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64624" y="2194560"/>
            <a:ext cx="2103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64624" y="2194560"/>
            <a:ext cx="21031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64624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47504" y="29260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informed vs. baseline drafts.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on uplift.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and generation in one pipeline — most tools do one or the other, not both.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93392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data, transparent corpus, math you can audit.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posts across 12 niche-relevant subreddits (DTC fitness / recovery).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topics × 7 formats × 5 hooks × 7 days × 4 dayparts.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 size retained as a control variable.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Trendspyg client (pytrends successor, archived April 2025) for 24-month Google Trends interest series.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collector ships at the free-tier 100 RPM ceiling with a 1.2 s polite delay.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gradient boost on log(1 + score), 80/20 split, seeded.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+ η² for topic, format, hook.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±8-week cross-correlation between weekly Trends and weekly engagement per topic.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1,000-resample bootstrap CI on informed vs. baseline generation.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matplotlib backend; single-command pipeline; results JSON regenerated atomically with figures.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2C1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the corpus.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M2 numbers are computed on a calibrated synthetic corpus so they are reproducible across grading runs. The live Reddit / trendspyg / blog collectors are in the repo and ready for a one-week production replication.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RQ1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hierarchy from two independent models.</a:t>
            </a:r>
            <a:endParaRPr lang="en-US" sz="3200" dirty="0"/>
          </a:p>
        </p:txBody>
      </p:sp>
      <p:pic>
        <p:nvPicPr>
          <p:cNvPr id="5" name="Image 0" descr="/sessions/youthful-elegant-pasteur/mnt/Bellevue University/DSC680/projects/project2-content-strategy-engine/figures/fig02_ols_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8521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9202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R² = 0.271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 R² = 0.227 — additive linear effects dominate on this corpus.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engagement, in order: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 size (control, biggest single effect)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— recovery, sleep, mental lead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question, contrarian beat direct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how-to, case-study beat listicle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Tue–Thu mornings beat weekends late-night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RQ2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× format heatmap is the strategy artifact.</a:t>
            </a:r>
            <a:endParaRPr lang="en-US" sz="3200" dirty="0"/>
          </a:p>
        </p:txBody>
      </p:sp>
      <p:pic>
        <p:nvPicPr>
          <p:cNvPr id="5" name="Image 0" descr="/sessions/youthful-elegant-pasteur/mnt/Bellevue University/DSC680/projects/project2-content-strategy-engine/figures/fig01_topic_forma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7665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92024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1920240"/>
            <a:ext cx="73152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975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ANOVA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267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39.2,  p &lt; .001,  η² = 0.035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80960" y="278892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2788920"/>
            <a:ext cx="73152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2843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ANOVA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21.1,  p &lt; .001,  η² = 0.010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80960" y="3657600"/>
            <a:ext cx="39319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3657600"/>
            <a:ext cx="73152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ANOVA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29.6,  p &lt; .001,  η² = 0.010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80960" y="45720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Brightest cells: recovery / how-to and mental / case-study. Dimmest: community / listicle.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RQ3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 leads engagement on some topics — but not all.</a:t>
            </a:r>
            <a:endParaRPr lang="en-US" sz="3200" dirty="0"/>
          </a:p>
        </p:txBody>
      </p:sp>
      <p:pic>
        <p:nvPicPr>
          <p:cNvPr id="5" name="Image 0" descr="/sessions/youthful-elegant-pasteur/mnt/Bellevue University/DSC680/projects/project2-content-strategy-engine/figures/fig04_trends_lead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9494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lag per topic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0" y="2194560"/>
            <a:ext cx="39319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wks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38360" y="2240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leads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2971800"/>
            <a:ext cx="39319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2C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0956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1540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wks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38360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leads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0" y="3749040"/>
            <a:ext cx="39319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2C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15400" y="3794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 wks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38360" y="3794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0956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leads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0" y="4526280"/>
            <a:ext cx="393192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2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915400" y="4572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wks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38360" y="4572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09560" y="4873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leads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Takeaway: report lead-lag per topic, not as a categorical claim.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RQ4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Informed generation lifts predicted engagement +37%.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943600" cy="4023360"/>
          </a:xfrm>
          <a:prstGeom prst="rect">
            <a:avLst/>
          </a:prstGeom>
          <a:solidFill>
            <a:srgbClr val="0E2742"/>
          </a:solidFill>
          <a:ln w="12700">
            <a:solidFill>
              <a:srgbClr val="0E2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+37%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predicted-engagement uplift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bootstrap CI:  [+15%,  +64%]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batch vs. uniform-baseline batch, n = 60 / 60,  1,000 resamples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— and isn't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the model's prediction of an unseen variant's engagement.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uplift on live posts — that requires an A/B test on the platform.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excludes zero, so under the model the conditioning rules are doing something. Live validation is part of next steps.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73936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levers a marketing team could action next week.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mental, sleep top the ANOVA (η² = 0.035).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calendar on those themes.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6148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71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8712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how-to, case-study lead format ANOVA.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8712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how-to + one case-study per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02736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02736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124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37124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contrarian beat direct.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37124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hook templates set to those two.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43984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53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45537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Tue–Thu mornings carry the largest day × daypart lift.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45537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primaries Tue/Wed/Thu 7–11 AM.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85232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285232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94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5394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predicted uplift, CI excludes zero.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5394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drafts as variant A in the A/B test.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LIMITS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honest about what the system can — and can't — do.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Aggregate-only analysis; no per-user modeling; no usernames retained; no demographic inference.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collector throttled below the 100 RPM free-tier ceiling; blog scraper honors robots.txt.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 on every generated draft, consistent with the May 2026 FTC guidance update.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political persuasion, health claims, financial advice.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titles + metadata + short summaries only; no full-article redistribution.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synthetic corpus — methodology is the deliverable, not the magnitudes.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≠ realized engagement; live A/B test is required to confirm uplift.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 size is the largest single effect — without it, topic effects bias toward bigger subs.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engagement scales aren't comparable; the dashboard uses within-platform percentiles.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Trends-as-leading-indicator is a per-topic claim, not a categorical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54480" cy="29260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coursework prototype to a deployable tool.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live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shipped Reddit + trendspyg collectors against a one-week production window. Recompute the playbook from realized data and compare to the synthetic baseline.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caching, per-niche export, A/B sample-size helper, on-page generation panel with predicted-engagement tier + CI.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conditioning with a structured prompt that combines top-quartile combinations and brand voice in one template.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2336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02336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to a second niche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B2B SaaS marketing. Tests how much of the pipeline transfers without retraining.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7620">
            <a:solidFill>
              <a:srgbClr val="D8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Content Strategy Engine  |  DSC680 Project 2  |  Komal Shahid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and generation, in one pipeline.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Shahid  ·  komalshahid49@gmail.com  ·  Bellevue MSDS  ·  DSC680 — May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analyzed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4434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R² (held-out)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+37%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26480" y="4434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predicted-engagement uplift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&lt; .001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869680" y="4434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ANOVAs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Content Strategy Engine — Final Presentation</dc:title>
  <dc:subject>PptxGenJS Presentation</dc:subject>
  <dc:creator>Komal Shahid</dc:creator>
  <cp:lastModifiedBy>Komal Shahid</cp:lastModifiedBy>
  <cp:revision>1</cp:revision>
  <dcterms:created xsi:type="dcterms:W3CDTF">2026-05-20T01:20:34Z</dcterms:created>
  <dcterms:modified xsi:type="dcterms:W3CDTF">2026-05-20T01:20:34Z</dcterms:modified>
</cp:coreProperties>
</file>